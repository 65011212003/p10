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9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0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41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6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6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A2AA70-80F7-453A-BAA0-F5375795A72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024D317-79E4-4CD2-8124-18707303AEE2}">
      <dgm:prSet/>
      <dgm:spPr/>
      <dgm:t>
        <a:bodyPr/>
        <a:lstStyle/>
        <a:p>
          <a:r>
            <a:rPr lang="en-US"/>
            <a:t>Welcome to the presentation</a:t>
          </a:r>
        </a:p>
      </dgm:t>
    </dgm:pt>
    <dgm:pt modelId="{C63C77A7-EAC6-4F04-91E0-2728336BBF92}" type="parTrans" cxnId="{49F431B6-C762-41CE-BF32-3BC165383E31}">
      <dgm:prSet/>
      <dgm:spPr/>
      <dgm:t>
        <a:bodyPr/>
        <a:lstStyle/>
        <a:p>
          <a:endParaRPr lang="en-US"/>
        </a:p>
      </dgm:t>
    </dgm:pt>
    <dgm:pt modelId="{57D21A89-AD6F-4317-A00C-57D6B6EBBE7D}" type="sibTrans" cxnId="{49F431B6-C762-41CE-BF32-3BC165383E31}">
      <dgm:prSet/>
      <dgm:spPr/>
      <dgm:t>
        <a:bodyPr/>
        <a:lstStyle/>
        <a:p>
          <a:endParaRPr lang="en-US"/>
        </a:p>
      </dgm:t>
    </dgm:pt>
    <dgm:pt modelId="{28305929-CD16-4F21-9C41-9495BE9E7094}">
      <dgm:prSet/>
      <dgm:spPr/>
      <dgm:t>
        <a:bodyPr/>
        <a:lstStyle/>
        <a:p>
          <a:r>
            <a:rPr lang="en-US"/>
            <a:t>Overview of Machine Learning fundamentals</a:t>
          </a:r>
        </a:p>
      </dgm:t>
    </dgm:pt>
    <dgm:pt modelId="{7A3BB026-1546-439C-B461-0523C6CCB985}" type="parTrans" cxnId="{1AB865F3-107E-4430-AD84-8F4DD365AC92}">
      <dgm:prSet/>
      <dgm:spPr/>
      <dgm:t>
        <a:bodyPr/>
        <a:lstStyle/>
        <a:p>
          <a:endParaRPr lang="en-US"/>
        </a:p>
      </dgm:t>
    </dgm:pt>
    <dgm:pt modelId="{09EDE2BA-94CC-47D9-8FE2-9DC1DBAC74CC}" type="sibTrans" cxnId="{1AB865F3-107E-4430-AD84-8F4DD365AC92}">
      <dgm:prSet/>
      <dgm:spPr/>
      <dgm:t>
        <a:bodyPr/>
        <a:lstStyle/>
        <a:p>
          <a:endParaRPr lang="en-US"/>
        </a:p>
      </dgm:t>
    </dgm:pt>
    <dgm:pt modelId="{85E849F5-4C19-43D2-BB7E-01CB9FDD7746}">
      <dgm:prSet/>
      <dgm:spPr/>
      <dgm:t>
        <a:bodyPr/>
        <a:lstStyle/>
        <a:p>
          <a:r>
            <a:rPr lang="en-US"/>
            <a:t>Key concepts and applications</a:t>
          </a:r>
        </a:p>
      </dgm:t>
    </dgm:pt>
    <dgm:pt modelId="{585A1303-E736-4B60-BBC7-21FA2BE39AE3}" type="parTrans" cxnId="{DDF62462-B765-4EBC-8705-A9840D462301}">
      <dgm:prSet/>
      <dgm:spPr/>
      <dgm:t>
        <a:bodyPr/>
        <a:lstStyle/>
        <a:p>
          <a:endParaRPr lang="en-US"/>
        </a:p>
      </dgm:t>
    </dgm:pt>
    <dgm:pt modelId="{843A6993-6034-48D9-AB55-B70987786BC3}" type="sibTrans" cxnId="{DDF62462-B765-4EBC-8705-A9840D462301}">
      <dgm:prSet/>
      <dgm:spPr/>
      <dgm:t>
        <a:bodyPr/>
        <a:lstStyle/>
        <a:p>
          <a:endParaRPr lang="en-US"/>
        </a:p>
      </dgm:t>
    </dgm:pt>
    <dgm:pt modelId="{A4F24D6E-7666-4EF6-9E57-97631535F16C}" type="pres">
      <dgm:prSet presAssocID="{BAA2AA70-80F7-453A-BAA0-F5375795A726}" presName="root" presStyleCnt="0">
        <dgm:presLayoutVars>
          <dgm:dir/>
          <dgm:resizeHandles val="exact"/>
        </dgm:presLayoutVars>
      </dgm:prSet>
      <dgm:spPr/>
    </dgm:pt>
    <dgm:pt modelId="{701499BE-2128-40F4-BE32-E3C293A74723}" type="pres">
      <dgm:prSet presAssocID="{6024D317-79E4-4CD2-8124-18707303AEE2}" presName="compNode" presStyleCnt="0"/>
      <dgm:spPr/>
    </dgm:pt>
    <dgm:pt modelId="{06FF594B-3D40-4D08-BA6B-9BCB8E2A8831}" type="pres">
      <dgm:prSet presAssocID="{6024D317-79E4-4CD2-8124-18707303AEE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63F1D82E-AA8D-4860-AD36-D01E2FC3A64E}" type="pres">
      <dgm:prSet presAssocID="{6024D317-79E4-4CD2-8124-18707303AEE2}" presName="spaceRect" presStyleCnt="0"/>
      <dgm:spPr/>
    </dgm:pt>
    <dgm:pt modelId="{7FAEDB6A-C95A-4FF1-B056-E5AD87DFC303}" type="pres">
      <dgm:prSet presAssocID="{6024D317-79E4-4CD2-8124-18707303AEE2}" presName="textRect" presStyleLbl="revTx" presStyleIdx="0" presStyleCnt="3">
        <dgm:presLayoutVars>
          <dgm:chMax val="1"/>
          <dgm:chPref val="1"/>
        </dgm:presLayoutVars>
      </dgm:prSet>
      <dgm:spPr/>
    </dgm:pt>
    <dgm:pt modelId="{1F597117-CECF-43E2-8514-6A1791334A64}" type="pres">
      <dgm:prSet presAssocID="{57D21A89-AD6F-4317-A00C-57D6B6EBBE7D}" presName="sibTrans" presStyleCnt="0"/>
      <dgm:spPr/>
    </dgm:pt>
    <dgm:pt modelId="{BA43A797-F77F-4DAF-A399-38CE9B30FB01}" type="pres">
      <dgm:prSet presAssocID="{28305929-CD16-4F21-9C41-9495BE9E7094}" presName="compNode" presStyleCnt="0"/>
      <dgm:spPr/>
    </dgm:pt>
    <dgm:pt modelId="{3F786F9A-5042-498D-B076-E268A82F47C9}" type="pres">
      <dgm:prSet presAssocID="{28305929-CD16-4F21-9C41-9495BE9E709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414ACB2-1242-4443-842D-8052FC4C1D55}" type="pres">
      <dgm:prSet presAssocID="{28305929-CD16-4F21-9C41-9495BE9E7094}" presName="spaceRect" presStyleCnt="0"/>
      <dgm:spPr/>
    </dgm:pt>
    <dgm:pt modelId="{B49E92C0-7E0B-4B1A-9109-1623703F5BD3}" type="pres">
      <dgm:prSet presAssocID="{28305929-CD16-4F21-9C41-9495BE9E7094}" presName="textRect" presStyleLbl="revTx" presStyleIdx="1" presStyleCnt="3">
        <dgm:presLayoutVars>
          <dgm:chMax val="1"/>
          <dgm:chPref val="1"/>
        </dgm:presLayoutVars>
      </dgm:prSet>
      <dgm:spPr/>
    </dgm:pt>
    <dgm:pt modelId="{ED231CD4-FA37-4D64-8CC0-36048E87C357}" type="pres">
      <dgm:prSet presAssocID="{09EDE2BA-94CC-47D9-8FE2-9DC1DBAC74CC}" presName="sibTrans" presStyleCnt="0"/>
      <dgm:spPr/>
    </dgm:pt>
    <dgm:pt modelId="{AF76CBE1-D048-412E-B411-EC59B5D12CFE}" type="pres">
      <dgm:prSet presAssocID="{85E849F5-4C19-43D2-BB7E-01CB9FDD7746}" presName="compNode" presStyleCnt="0"/>
      <dgm:spPr/>
    </dgm:pt>
    <dgm:pt modelId="{A5D4829E-3EAF-4251-B6A1-53C2A0D71F46}" type="pres">
      <dgm:prSet presAssocID="{85E849F5-4C19-43D2-BB7E-01CB9FDD774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9E22B39E-0D70-41D1-B5EF-BEB17763BF99}" type="pres">
      <dgm:prSet presAssocID="{85E849F5-4C19-43D2-BB7E-01CB9FDD7746}" presName="spaceRect" presStyleCnt="0"/>
      <dgm:spPr/>
    </dgm:pt>
    <dgm:pt modelId="{0B6E63FC-B972-4BD1-901B-49B2A4DF12C8}" type="pres">
      <dgm:prSet presAssocID="{85E849F5-4C19-43D2-BB7E-01CB9FDD774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DF62462-B765-4EBC-8705-A9840D462301}" srcId="{BAA2AA70-80F7-453A-BAA0-F5375795A726}" destId="{85E849F5-4C19-43D2-BB7E-01CB9FDD7746}" srcOrd="2" destOrd="0" parTransId="{585A1303-E736-4B60-BBC7-21FA2BE39AE3}" sibTransId="{843A6993-6034-48D9-AB55-B70987786BC3}"/>
    <dgm:cxn modelId="{C0E63C7F-6B6A-4002-99D8-3505519D6CA2}" type="presOf" srcId="{85E849F5-4C19-43D2-BB7E-01CB9FDD7746}" destId="{0B6E63FC-B972-4BD1-901B-49B2A4DF12C8}" srcOrd="0" destOrd="0" presId="urn:microsoft.com/office/officeart/2018/2/layout/IconLabelList"/>
    <dgm:cxn modelId="{E5884093-9314-4960-8F5B-567A74226328}" type="presOf" srcId="{BAA2AA70-80F7-453A-BAA0-F5375795A726}" destId="{A4F24D6E-7666-4EF6-9E57-97631535F16C}" srcOrd="0" destOrd="0" presId="urn:microsoft.com/office/officeart/2018/2/layout/IconLabelList"/>
    <dgm:cxn modelId="{AB5815A2-0B58-46E6-A34C-B3F5247F1A68}" type="presOf" srcId="{28305929-CD16-4F21-9C41-9495BE9E7094}" destId="{B49E92C0-7E0B-4B1A-9109-1623703F5BD3}" srcOrd="0" destOrd="0" presId="urn:microsoft.com/office/officeart/2018/2/layout/IconLabelList"/>
    <dgm:cxn modelId="{49F431B6-C762-41CE-BF32-3BC165383E31}" srcId="{BAA2AA70-80F7-453A-BAA0-F5375795A726}" destId="{6024D317-79E4-4CD2-8124-18707303AEE2}" srcOrd="0" destOrd="0" parTransId="{C63C77A7-EAC6-4F04-91E0-2728336BBF92}" sibTransId="{57D21A89-AD6F-4317-A00C-57D6B6EBBE7D}"/>
    <dgm:cxn modelId="{33571AF1-4D44-4208-91B7-091FFDB8BADC}" type="presOf" srcId="{6024D317-79E4-4CD2-8124-18707303AEE2}" destId="{7FAEDB6A-C95A-4FF1-B056-E5AD87DFC303}" srcOrd="0" destOrd="0" presId="urn:microsoft.com/office/officeart/2018/2/layout/IconLabelList"/>
    <dgm:cxn modelId="{1AB865F3-107E-4430-AD84-8F4DD365AC92}" srcId="{BAA2AA70-80F7-453A-BAA0-F5375795A726}" destId="{28305929-CD16-4F21-9C41-9495BE9E7094}" srcOrd="1" destOrd="0" parTransId="{7A3BB026-1546-439C-B461-0523C6CCB985}" sibTransId="{09EDE2BA-94CC-47D9-8FE2-9DC1DBAC74CC}"/>
    <dgm:cxn modelId="{513631DA-EA06-499A-A714-7BDE04D79729}" type="presParOf" srcId="{A4F24D6E-7666-4EF6-9E57-97631535F16C}" destId="{701499BE-2128-40F4-BE32-E3C293A74723}" srcOrd="0" destOrd="0" presId="urn:microsoft.com/office/officeart/2018/2/layout/IconLabelList"/>
    <dgm:cxn modelId="{24A5325B-1A06-4D92-9BCA-1B13D73906A1}" type="presParOf" srcId="{701499BE-2128-40F4-BE32-E3C293A74723}" destId="{06FF594B-3D40-4D08-BA6B-9BCB8E2A8831}" srcOrd="0" destOrd="0" presId="urn:microsoft.com/office/officeart/2018/2/layout/IconLabelList"/>
    <dgm:cxn modelId="{F9C99477-2B3F-4852-B009-7E11E48B70CC}" type="presParOf" srcId="{701499BE-2128-40F4-BE32-E3C293A74723}" destId="{63F1D82E-AA8D-4860-AD36-D01E2FC3A64E}" srcOrd="1" destOrd="0" presId="urn:microsoft.com/office/officeart/2018/2/layout/IconLabelList"/>
    <dgm:cxn modelId="{34D6763E-1362-4FDC-8845-6F5969042606}" type="presParOf" srcId="{701499BE-2128-40F4-BE32-E3C293A74723}" destId="{7FAEDB6A-C95A-4FF1-B056-E5AD87DFC303}" srcOrd="2" destOrd="0" presId="urn:microsoft.com/office/officeart/2018/2/layout/IconLabelList"/>
    <dgm:cxn modelId="{EC3DB3F5-B942-4BDF-9439-BE3E2AC320D0}" type="presParOf" srcId="{A4F24D6E-7666-4EF6-9E57-97631535F16C}" destId="{1F597117-CECF-43E2-8514-6A1791334A64}" srcOrd="1" destOrd="0" presId="urn:microsoft.com/office/officeart/2018/2/layout/IconLabelList"/>
    <dgm:cxn modelId="{4FE79B57-BD8E-4254-B079-D71B71E43623}" type="presParOf" srcId="{A4F24D6E-7666-4EF6-9E57-97631535F16C}" destId="{BA43A797-F77F-4DAF-A399-38CE9B30FB01}" srcOrd="2" destOrd="0" presId="urn:microsoft.com/office/officeart/2018/2/layout/IconLabelList"/>
    <dgm:cxn modelId="{4A9A97AC-F1DE-4F92-B477-D51748621A96}" type="presParOf" srcId="{BA43A797-F77F-4DAF-A399-38CE9B30FB01}" destId="{3F786F9A-5042-498D-B076-E268A82F47C9}" srcOrd="0" destOrd="0" presId="urn:microsoft.com/office/officeart/2018/2/layout/IconLabelList"/>
    <dgm:cxn modelId="{E968AD5F-F7BA-4C03-AF5F-8118C8FCEE65}" type="presParOf" srcId="{BA43A797-F77F-4DAF-A399-38CE9B30FB01}" destId="{0414ACB2-1242-4443-842D-8052FC4C1D55}" srcOrd="1" destOrd="0" presId="urn:microsoft.com/office/officeart/2018/2/layout/IconLabelList"/>
    <dgm:cxn modelId="{279E9A69-1603-4DAA-808E-3FE5EA769EEE}" type="presParOf" srcId="{BA43A797-F77F-4DAF-A399-38CE9B30FB01}" destId="{B49E92C0-7E0B-4B1A-9109-1623703F5BD3}" srcOrd="2" destOrd="0" presId="urn:microsoft.com/office/officeart/2018/2/layout/IconLabelList"/>
    <dgm:cxn modelId="{5F997129-0651-4BE0-8081-98288DF34870}" type="presParOf" srcId="{A4F24D6E-7666-4EF6-9E57-97631535F16C}" destId="{ED231CD4-FA37-4D64-8CC0-36048E87C357}" srcOrd="3" destOrd="0" presId="urn:microsoft.com/office/officeart/2018/2/layout/IconLabelList"/>
    <dgm:cxn modelId="{CA4D6A9D-2218-4029-93D9-61C3ABDF4C99}" type="presParOf" srcId="{A4F24D6E-7666-4EF6-9E57-97631535F16C}" destId="{AF76CBE1-D048-412E-B411-EC59B5D12CFE}" srcOrd="4" destOrd="0" presId="urn:microsoft.com/office/officeart/2018/2/layout/IconLabelList"/>
    <dgm:cxn modelId="{A6052307-8505-4F17-B68C-253E71D97774}" type="presParOf" srcId="{AF76CBE1-D048-412E-B411-EC59B5D12CFE}" destId="{A5D4829E-3EAF-4251-B6A1-53C2A0D71F46}" srcOrd="0" destOrd="0" presId="urn:microsoft.com/office/officeart/2018/2/layout/IconLabelList"/>
    <dgm:cxn modelId="{A73BB8C8-FA88-4370-A70D-CC21E346FDF9}" type="presParOf" srcId="{AF76CBE1-D048-412E-B411-EC59B5D12CFE}" destId="{9E22B39E-0D70-41D1-B5EF-BEB17763BF99}" srcOrd="1" destOrd="0" presId="urn:microsoft.com/office/officeart/2018/2/layout/IconLabelList"/>
    <dgm:cxn modelId="{F4475AB2-23F2-4E39-9F9E-02EA3B9D7CB2}" type="presParOf" srcId="{AF76CBE1-D048-412E-B411-EC59B5D12CFE}" destId="{0B6E63FC-B972-4BD1-901B-49B2A4DF12C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6DD3D0-7404-4DF3-9601-4BE96D4011B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3CE9ED9-F286-45D2-BDE8-B5CC4E4F8AA1}">
      <dgm:prSet/>
      <dgm:spPr/>
      <dgm:t>
        <a:bodyPr/>
        <a:lstStyle/>
        <a:p>
          <a:r>
            <a:rPr lang="en-US"/>
            <a:t>Subset of artificial intelligence</a:t>
          </a:r>
        </a:p>
      </dgm:t>
    </dgm:pt>
    <dgm:pt modelId="{601856DC-72AC-4A0B-AAF7-06A82D17FF76}" type="parTrans" cxnId="{E901E70C-36DD-401B-9B68-073B1BC9ACD4}">
      <dgm:prSet/>
      <dgm:spPr/>
      <dgm:t>
        <a:bodyPr/>
        <a:lstStyle/>
        <a:p>
          <a:endParaRPr lang="en-US"/>
        </a:p>
      </dgm:t>
    </dgm:pt>
    <dgm:pt modelId="{3A32BDD1-77B0-4A22-89D2-8282B4024708}" type="sibTrans" cxnId="{E901E70C-36DD-401B-9B68-073B1BC9ACD4}">
      <dgm:prSet/>
      <dgm:spPr/>
      <dgm:t>
        <a:bodyPr/>
        <a:lstStyle/>
        <a:p>
          <a:endParaRPr lang="en-US"/>
        </a:p>
      </dgm:t>
    </dgm:pt>
    <dgm:pt modelId="{3636589A-1692-4213-AA7B-9B1C363CC3D1}">
      <dgm:prSet/>
      <dgm:spPr/>
      <dgm:t>
        <a:bodyPr/>
        <a:lstStyle/>
        <a:p>
          <a:r>
            <a:rPr lang="en-US"/>
            <a:t>Systems learn from experience without explicit programming</a:t>
          </a:r>
        </a:p>
      </dgm:t>
    </dgm:pt>
    <dgm:pt modelId="{76D0F99F-DAFD-488F-B25D-3E641E292E6E}" type="parTrans" cxnId="{1978E3D0-89CA-47D2-9F6C-CAECAFC54172}">
      <dgm:prSet/>
      <dgm:spPr/>
      <dgm:t>
        <a:bodyPr/>
        <a:lstStyle/>
        <a:p>
          <a:endParaRPr lang="en-US"/>
        </a:p>
      </dgm:t>
    </dgm:pt>
    <dgm:pt modelId="{49B4D613-F0A7-4C28-99F1-65B6C2C09472}" type="sibTrans" cxnId="{1978E3D0-89CA-47D2-9F6C-CAECAFC54172}">
      <dgm:prSet/>
      <dgm:spPr/>
      <dgm:t>
        <a:bodyPr/>
        <a:lstStyle/>
        <a:p>
          <a:endParaRPr lang="en-US"/>
        </a:p>
      </dgm:t>
    </dgm:pt>
    <dgm:pt modelId="{8BF74D8E-3999-484E-9BDE-BC2864AE3C5F}">
      <dgm:prSet/>
      <dgm:spPr/>
      <dgm:t>
        <a:bodyPr/>
        <a:lstStyle/>
        <a:p>
          <a:r>
            <a:rPr lang="en-US"/>
            <a:t>Enables continuous improvement and adaptation</a:t>
          </a:r>
        </a:p>
      </dgm:t>
    </dgm:pt>
    <dgm:pt modelId="{20FB9DE5-B448-4871-A10A-B6FD53AFA80D}" type="parTrans" cxnId="{EE30ECE7-E134-4374-869A-8611D047D16E}">
      <dgm:prSet/>
      <dgm:spPr/>
      <dgm:t>
        <a:bodyPr/>
        <a:lstStyle/>
        <a:p>
          <a:endParaRPr lang="en-US"/>
        </a:p>
      </dgm:t>
    </dgm:pt>
    <dgm:pt modelId="{0BAA9F4F-A4C6-4B9F-A3E2-4EE99C77C3B7}" type="sibTrans" cxnId="{EE30ECE7-E134-4374-869A-8611D047D16E}">
      <dgm:prSet/>
      <dgm:spPr/>
      <dgm:t>
        <a:bodyPr/>
        <a:lstStyle/>
        <a:p>
          <a:endParaRPr lang="en-US"/>
        </a:p>
      </dgm:t>
    </dgm:pt>
    <dgm:pt modelId="{A32681A7-8CE9-460E-90BA-82A5EC4AF75D}" type="pres">
      <dgm:prSet presAssocID="{AB6DD3D0-7404-4DF3-9601-4BE96D4011BB}" presName="linear" presStyleCnt="0">
        <dgm:presLayoutVars>
          <dgm:animLvl val="lvl"/>
          <dgm:resizeHandles val="exact"/>
        </dgm:presLayoutVars>
      </dgm:prSet>
      <dgm:spPr/>
    </dgm:pt>
    <dgm:pt modelId="{1574A20B-D814-4502-B885-AA89154CF8FD}" type="pres">
      <dgm:prSet presAssocID="{E3CE9ED9-F286-45D2-BDE8-B5CC4E4F8AA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3F6E7A4-8363-408B-9AA8-429D2C0484A0}" type="pres">
      <dgm:prSet presAssocID="{3A32BDD1-77B0-4A22-89D2-8282B4024708}" presName="spacer" presStyleCnt="0"/>
      <dgm:spPr/>
    </dgm:pt>
    <dgm:pt modelId="{69F5C288-9934-4F3A-9C33-A75E5F115534}" type="pres">
      <dgm:prSet presAssocID="{3636589A-1692-4213-AA7B-9B1C363CC3D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53A586B-9ADF-48E7-8696-E8B94324F534}" type="pres">
      <dgm:prSet presAssocID="{49B4D613-F0A7-4C28-99F1-65B6C2C09472}" presName="spacer" presStyleCnt="0"/>
      <dgm:spPr/>
    </dgm:pt>
    <dgm:pt modelId="{B407DD7D-1427-4E79-8166-1358244E09E8}" type="pres">
      <dgm:prSet presAssocID="{8BF74D8E-3999-484E-9BDE-BC2864AE3C5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901E70C-36DD-401B-9B68-073B1BC9ACD4}" srcId="{AB6DD3D0-7404-4DF3-9601-4BE96D4011BB}" destId="{E3CE9ED9-F286-45D2-BDE8-B5CC4E4F8AA1}" srcOrd="0" destOrd="0" parTransId="{601856DC-72AC-4A0B-AAF7-06A82D17FF76}" sibTransId="{3A32BDD1-77B0-4A22-89D2-8282B4024708}"/>
    <dgm:cxn modelId="{34404432-3DBB-4FD6-9B4A-35A42A9C3A21}" type="presOf" srcId="{3636589A-1692-4213-AA7B-9B1C363CC3D1}" destId="{69F5C288-9934-4F3A-9C33-A75E5F115534}" srcOrd="0" destOrd="0" presId="urn:microsoft.com/office/officeart/2005/8/layout/vList2"/>
    <dgm:cxn modelId="{B320A7A7-FA3B-45D9-8806-34C01E06486C}" type="presOf" srcId="{AB6DD3D0-7404-4DF3-9601-4BE96D4011BB}" destId="{A32681A7-8CE9-460E-90BA-82A5EC4AF75D}" srcOrd="0" destOrd="0" presId="urn:microsoft.com/office/officeart/2005/8/layout/vList2"/>
    <dgm:cxn modelId="{DB6165B7-5E91-4355-9C23-AB2FF1D6671E}" type="presOf" srcId="{E3CE9ED9-F286-45D2-BDE8-B5CC4E4F8AA1}" destId="{1574A20B-D814-4502-B885-AA89154CF8FD}" srcOrd="0" destOrd="0" presId="urn:microsoft.com/office/officeart/2005/8/layout/vList2"/>
    <dgm:cxn modelId="{583614D0-64CB-4A07-A796-7C93D8DD8B02}" type="presOf" srcId="{8BF74D8E-3999-484E-9BDE-BC2864AE3C5F}" destId="{B407DD7D-1427-4E79-8166-1358244E09E8}" srcOrd="0" destOrd="0" presId="urn:microsoft.com/office/officeart/2005/8/layout/vList2"/>
    <dgm:cxn modelId="{1978E3D0-89CA-47D2-9F6C-CAECAFC54172}" srcId="{AB6DD3D0-7404-4DF3-9601-4BE96D4011BB}" destId="{3636589A-1692-4213-AA7B-9B1C363CC3D1}" srcOrd="1" destOrd="0" parTransId="{76D0F99F-DAFD-488F-B25D-3E641E292E6E}" sibTransId="{49B4D613-F0A7-4C28-99F1-65B6C2C09472}"/>
    <dgm:cxn modelId="{EE30ECE7-E134-4374-869A-8611D047D16E}" srcId="{AB6DD3D0-7404-4DF3-9601-4BE96D4011BB}" destId="{8BF74D8E-3999-484E-9BDE-BC2864AE3C5F}" srcOrd="2" destOrd="0" parTransId="{20FB9DE5-B448-4871-A10A-B6FD53AFA80D}" sibTransId="{0BAA9F4F-A4C6-4B9F-A3E2-4EE99C77C3B7}"/>
    <dgm:cxn modelId="{50E828CF-D8D1-4404-92A6-7F499F8D39C3}" type="presParOf" srcId="{A32681A7-8CE9-460E-90BA-82A5EC4AF75D}" destId="{1574A20B-D814-4502-B885-AA89154CF8FD}" srcOrd="0" destOrd="0" presId="urn:microsoft.com/office/officeart/2005/8/layout/vList2"/>
    <dgm:cxn modelId="{D91AEE79-ED1F-4A7D-9061-09658FBF821A}" type="presParOf" srcId="{A32681A7-8CE9-460E-90BA-82A5EC4AF75D}" destId="{93F6E7A4-8363-408B-9AA8-429D2C0484A0}" srcOrd="1" destOrd="0" presId="urn:microsoft.com/office/officeart/2005/8/layout/vList2"/>
    <dgm:cxn modelId="{A4C7A075-DCDB-4120-826B-64D0835C0977}" type="presParOf" srcId="{A32681A7-8CE9-460E-90BA-82A5EC4AF75D}" destId="{69F5C288-9934-4F3A-9C33-A75E5F115534}" srcOrd="2" destOrd="0" presId="urn:microsoft.com/office/officeart/2005/8/layout/vList2"/>
    <dgm:cxn modelId="{012D8E75-BB7B-4809-B96F-6DB2BF7B4991}" type="presParOf" srcId="{A32681A7-8CE9-460E-90BA-82A5EC4AF75D}" destId="{753A586B-9ADF-48E7-8696-E8B94324F534}" srcOrd="3" destOrd="0" presId="urn:microsoft.com/office/officeart/2005/8/layout/vList2"/>
    <dgm:cxn modelId="{1D51BD5F-091C-4AD2-A36D-F40F8CD05F27}" type="presParOf" srcId="{A32681A7-8CE9-460E-90BA-82A5EC4AF75D}" destId="{B407DD7D-1427-4E79-8166-1358244E09E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35C455-E6CD-4BFB-8BD2-B1A8D13DBC0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D3DFD8C-9D88-46C4-AC8B-FCE63A48931B}">
      <dgm:prSet/>
      <dgm:spPr/>
      <dgm:t>
        <a:bodyPr/>
        <a:lstStyle/>
        <a:p>
          <a:r>
            <a:rPr lang="en-US"/>
            <a:t>Uses labeled training data for learning</a:t>
          </a:r>
        </a:p>
      </dgm:t>
    </dgm:pt>
    <dgm:pt modelId="{5BCD9CF0-E8D0-4C2C-8E1E-827C899DBC30}" type="parTrans" cxnId="{7A083669-61B1-495C-A25F-ECFDED81F904}">
      <dgm:prSet/>
      <dgm:spPr/>
      <dgm:t>
        <a:bodyPr/>
        <a:lstStyle/>
        <a:p>
          <a:endParaRPr lang="en-US"/>
        </a:p>
      </dgm:t>
    </dgm:pt>
    <dgm:pt modelId="{0A36CD9F-9ED1-4A3B-A8CC-3DEDDB20C756}" type="sibTrans" cxnId="{7A083669-61B1-495C-A25F-ECFDED81F904}">
      <dgm:prSet/>
      <dgm:spPr/>
      <dgm:t>
        <a:bodyPr/>
        <a:lstStyle/>
        <a:p>
          <a:endParaRPr lang="en-US"/>
        </a:p>
      </dgm:t>
    </dgm:pt>
    <dgm:pt modelId="{4074568C-8A4C-49CD-B571-54CDB000FB33}">
      <dgm:prSet/>
      <dgm:spPr/>
      <dgm:t>
        <a:bodyPr/>
        <a:lstStyle/>
        <a:p>
          <a:r>
            <a:rPr lang="en-US"/>
            <a:t>Examples: Classification and Regression tasks</a:t>
          </a:r>
        </a:p>
      </dgm:t>
    </dgm:pt>
    <dgm:pt modelId="{E5867885-C794-46B3-8940-5BE11F3DED1B}" type="parTrans" cxnId="{7BC63AC6-5CF1-4FA2-8AD9-97CEF2D916BB}">
      <dgm:prSet/>
      <dgm:spPr/>
      <dgm:t>
        <a:bodyPr/>
        <a:lstStyle/>
        <a:p>
          <a:endParaRPr lang="en-US"/>
        </a:p>
      </dgm:t>
    </dgm:pt>
    <dgm:pt modelId="{38BFDFF4-48D7-423B-AC72-A22E9A1D329B}" type="sibTrans" cxnId="{7BC63AC6-5CF1-4FA2-8AD9-97CEF2D916BB}">
      <dgm:prSet/>
      <dgm:spPr/>
      <dgm:t>
        <a:bodyPr/>
        <a:lstStyle/>
        <a:p>
          <a:endParaRPr lang="en-US"/>
        </a:p>
      </dgm:t>
    </dgm:pt>
    <dgm:pt modelId="{C61FECAC-6B22-4557-9A15-766B4E5ABDC2}">
      <dgm:prSet/>
      <dgm:spPr/>
      <dgm:t>
        <a:bodyPr/>
        <a:lstStyle/>
        <a:p>
          <a:r>
            <a:rPr lang="en-US"/>
            <a:t>Common algorithms: Linear Regression, Decision Trees</a:t>
          </a:r>
        </a:p>
      </dgm:t>
    </dgm:pt>
    <dgm:pt modelId="{AF51BEF7-D8F6-4B5A-A11C-3121973C576C}" type="parTrans" cxnId="{7861CEC2-2D49-4164-9AAB-D75E43CB17D5}">
      <dgm:prSet/>
      <dgm:spPr/>
      <dgm:t>
        <a:bodyPr/>
        <a:lstStyle/>
        <a:p>
          <a:endParaRPr lang="en-US"/>
        </a:p>
      </dgm:t>
    </dgm:pt>
    <dgm:pt modelId="{22D5D526-3D33-4E5F-BFAF-5F92E21E9CBB}" type="sibTrans" cxnId="{7861CEC2-2D49-4164-9AAB-D75E43CB17D5}">
      <dgm:prSet/>
      <dgm:spPr/>
      <dgm:t>
        <a:bodyPr/>
        <a:lstStyle/>
        <a:p>
          <a:endParaRPr lang="en-US"/>
        </a:p>
      </dgm:t>
    </dgm:pt>
    <dgm:pt modelId="{2FD7E88B-A59F-4253-84D8-7A4F2C78102B}" type="pres">
      <dgm:prSet presAssocID="{BD35C455-E6CD-4BFB-8BD2-B1A8D13DBC01}" presName="root" presStyleCnt="0">
        <dgm:presLayoutVars>
          <dgm:dir/>
          <dgm:resizeHandles val="exact"/>
        </dgm:presLayoutVars>
      </dgm:prSet>
      <dgm:spPr/>
    </dgm:pt>
    <dgm:pt modelId="{ACED1C01-3F66-4411-B2E9-2D31B71BB23C}" type="pres">
      <dgm:prSet presAssocID="{7D3DFD8C-9D88-46C4-AC8B-FCE63A48931B}" presName="compNode" presStyleCnt="0"/>
      <dgm:spPr/>
    </dgm:pt>
    <dgm:pt modelId="{F6ED5488-1F51-49A5-B596-806CFA7B02A1}" type="pres">
      <dgm:prSet presAssocID="{7D3DFD8C-9D88-46C4-AC8B-FCE63A48931B}" presName="bgRect" presStyleLbl="bgShp" presStyleIdx="0" presStyleCnt="3"/>
      <dgm:spPr/>
    </dgm:pt>
    <dgm:pt modelId="{CB17AD1F-55D9-4A08-A68E-FD42DD09CA5A}" type="pres">
      <dgm:prSet presAssocID="{7D3DFD8C-9D88-46C4-AC8B-FCE63A48931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4C89AF4-7441-4BB8-84C9-B39A1918E0F0}" type="pres">
      <dgm:prSet presAssocID="{7D3DFD8C-9D88-46C4-AC8B-FCE63A48931B}" presName="spaceRect" presStyleCnt="0"/>
      <dgm:spPr/>
    </dgm:pt>
    <dgm:pt modelId="{80CE4000-3DD3-4245-8A00-58562A7D3F52}" type="pres">
      <dgm:prSet presAssocID="{7D3DFD8C-9D88-46C4-AC8B-FCE63A48931B}" presName="parTx" presStyleLbl="revTx" presStyleIdx="0" presStyleCnt="3">
        <dgm:presLayoutVars>
          <dgm:chMax val="0"/>
          <dgm:chPref val="0"/>
        </dgm:presLayoutVars>
      </dgm:prSet>
      <dgm:spPr/>
    </dgm:pt>
    <dgm:pt modelId="{0CFAA73D-B498-4F0C-97E5-BC4593BA52E3}" type="pres">
      <dgm:prSet presAssocID="{0A36CD9F-9ED1-4A3B-A8CC-3DEDDB20C756}" presName="sibTrans" presStyleCnt="0"/>
      <dgm:spPr/>
    </dgm:pt>
    <dgm:pt modelId="{B193AA9A-23A4-42AE-BBA7-A056FB16D042}" type="pres">
      <dgm:prSet presAssocID="{4074568C-8A4C-49CD-B571-54CDB000FB33}" presName="compNode" presStyleCnt="0"/>
      <dgm:spPr/>
    </dgm:pt>
    <dgm:pt modelId="{C12B1DDB-B02C-4F98-97C5-6C8CB7023221}" type="pres">
      <dgm:prSet presAssocID="{4074568C-8A4C-49CD-B571-54CDB000FB33}" presName="bgRect" presStyleLbl="bgShp" presStyleIdx="1" presStyleCnt="3"/>
      <dgm:spPr/>
    </dgm:pt>
    <dgm:pt modelId="{481232C3-91BC-412A-BF43-A851FD3BF06E}" type="pres">
      <dgm:prSet presAssocID="{4074568C-8A4C-49CD-B571-54CDB000FB3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13C245C-A5E3-4B0E-8BC1-F35156D73C16}" type="pres">
      <dgm:prSet presAssocID="{4074568C-8A4C-49CD-B571-54CDB000FB33}" presName="spaceRect" presStyleCnt="0"/>
      <dgm:spPr/>
    </dgm:pt>
    <dgm:pt modelId="{D585DE51-B3A4-4806-A352-D1C3B1ED662E}" type="pres">
      <dgm:prSet presAssocID="{4074568C-8A4C-49CD-B571-54CDB000FB33}" presName="parTx" presStyleLbl="revTx" presStyleIdx="1" presStyleCnt="3">
        <dgm:presLayoutVars>
          <dgm:chMax val="0"/>
          <dgm:chPref val="0"/>
        </dgm:presLayoutVars>
      </dgm:prSet>
      <dgm:spPr/>
    </dgm:pt>
    <dgm:pt modelId="{C85D7883-9B89-4CC1-8896-41C43FB4EB22}" type="pres">
      <dgm:prSet presAssocID="{38BFDFF4-48D7-423B-AC72-A22E9A1D329B}" presName="sibTrans" presStyleCnt="0"/>
      <dgm:spPr/>
    </dgm:pt>
    <dgm:pt modelId="{B9965AA4-458F-4C14-8F37-22EA0C2A5CA3}" type="pres">
      <dgm:prSet presAssocID="{C61FECAC-6B22-4557-9A15-766B4E5ABDC2}" presName="compNode" presStyleCnt="0"/>
      <dgm:spPr/>
    </dgm:pt>
    <dgm:pt modelId="{30D941B7-F013-4AB3-8354-5AC1E5E06C0C}" type="pres">
      <dgm:prSet presAssocID="{C61FECAC-6B22-4557-9A15-766B4E5ABDC2}" presName="bgRect" presStyleLbl="bgShp" presStyleIdx="2" presStyleCnt="3"/>
      <dgm:spPr/>
    </dgm:pt>
    <dgm:pt modelId="{6EB5D33A-D115-4861-BBAF-291068609394}" type="pres">
      <dgm:prSet presAssocID="{C61FECAC-6B22-4557-9A15-766B4E5ABDC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21DB5CAC-AC44-4080-B154-2753CB56767F}" type="pres">
      <dgm:prSet presAssocID="{C61FECAC-6B22-4557-9A15-766B4E5ABDC2}" presName="spaceRect" presStyleCnt="0"/>
      <dgm:spPr/>
    </dgm:pt>
    <dgm:pt modelId="{ECD9F81D-8945-4547-AA33-3FA2E1201CC6}" type="pres">
      <dgm:prSet presAssocID="{C61FECAC-6B22-4557-9A15-766B4E5ABDC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E4B513B-DADE-45BF-BB67-5E907D97FCC2}" type="presOf" srcId="{BD35C455-E6CD-4BFB-8BD2-B1A8D13DBC01}" destId="{2FD7E88B-A59F-4253-84D8-7A4F2C78102B}" srcOrd="0" destOrd="0" presId="urn:microsoft.com/office/officeart/2018/2/layout/IconVerticalSolidList"/>
    <dgm:cxn modelId="{55331F69-6DFD-4780-9D8A-428E2E29691B}" type="presOf" srcId="{7D3DFD8C-9D88-46C4-AC8B-FCE63A48931B}" destId="{80CE4000-3DD3-4245-8A00-58562A7D3F52}" srcOrd="0" destOrd="0" presId="urn:microsoft.com/office/officeart/2018/2/layout/IconVerticalSolidList"/>
    <dgm:cxn modelId="{7A083669-61B1-495C-A25F-ECFDED81F904}" srcId="{BD35C455-E6CD-4BFB-8BD2-B1A8D13DBC01}" destId="{7D3DFD8C-9D88-46C4-AC8B-FCE63A48931B}" srcOrd="0" destOrd="0" parTransId="{5BCD9CF0-E8D0-4C2C-8E1E-827C899DBC30}" sibTransId="{0A36CD9F-9ED1-4A3B-A8CC-3DEDDB20C756}"/>
    <dgm:cxn modelId="{1D9A3575-D59F-4A99-88A5-124274FD4584}" type="presOf" srcId="{4074568C-8A4C-49CD-B571-54CDB000FB33}" destId="{D585DE51-B3A4-4806-A352-D1C3B1ED662E}" srcOrd="0" destOrd="0" presId="urn:microsoft.com/office/officeart/2018/2/layout/IconVerticalSolidList"/>
    <dgm:cxn modelId="{3A22CA9B-E628-4D1F-BD88-FD7E37A248E8}" type="presOf" srcId="{C61FECAC-6B22-4557-9A15-766B4E5ABDC2}" destId="{ECD9F81D-8945-4547-AA33-3FA2E1201CC6}" srcOrd="0" destOrd="0" presId="urn:microsoft.com/office/officeart/2018/2/layout/IconVerticalSolidList"/>
    <dgm:cxn modelId="{7861CEC2-2D49-4164-9AAB-D75E43CB17D5}" srcId="{BD35C455-E6CD-4BFB-8BD2-B1A8D13DBC01}" destId="{C61FECAC-6B22-4557-9A15-766B4E5ABDC2}" srcOrd="2" destOrd="0" parTransId="{AF51BEF7-D8F6-4B5A-A11C-3121973C576C}" sibTransId="{22D5D526-3D33-4E5F-BFAF-5F92E21E9CBB}"/>
    <dgm:cxn modelId="{7BC63AC6-5CF1-4FA2-8AD9-97CEF2D916BB}" srcId="{BD35C455-E6CD-4BFB-8BD2-B1A8D13DBC01}" destId="{4074568C-8A4C-49CD-B571-54CDB000FB33}" srcOrd="1" destOrd="0" parTransId="{E5867885-C794-46B3-8940-5BE11F3DED1B}" sibTransId="{38BFDFF4-48D7-423B-AC72-A22E9A1D329B}"/>
    <dgm:cxn modelId="{8C5D3019-AF4B-45C1-B9F1-D4EDDCE549EC}" type="presParOf" srcId="{2FD7E88B-A59F-4253-84D8-7A4F2C78102B}" destId="{ACED1C01-3F66-4411-B2E9-2D31B71BB23C}" srcOrd="0" destOrd="0" presId="urn:microsoft.com/office/officeart/2018/2/layout/IconVerticalSolidList"/>
    <dgm:cxn modelId="{EED02F95-2CBC-4206-BBD9-1886BD3DACED}" type="presParOf" srcId="{ACED1C01-3F66-4411-B2E9-2D31B71BB23C}" destId="{F6ED5488-1F51-49A5-B596-806CFA7B02A1}" srcOrd="0" destOrd="0" presId="urn:microsoft.com/office/officeart/2018/2/layout/IconVerticalSolidList"/>
    <dgm:cxn modelId="{3F0CD52B-DBDE-49F6-8110-EC478266BE71}" type="presParOf" srcId="{ACED1C01-3F66-4411-B2E9-2D31B71BB23C}" destId="{CB17AD1F-55D9-4A08-A68E-FD42DD09CA5A}" srcOrd="1" destOrd="0" presId="urn:microsoft.com/office/officeart/2018/2/layout/IconVerticalSolidList"/>
    <dgm:cxn modelId="{93B2B684-63CF-4B22-9CDA-E85B2A42BDA1}" type="presParOf" srcId="{ACED1C01-3F66-4411-B2E9-2D31B71BB23C}" destId="{54C89AF4-7441-4BB8-84C9-B39A1918E0F0}" srcOrd="2" destOrd="0" presId="urn:microsoft.com/office/officeart/2018/2/layout/IconVerticalSolidList"/>
    <dgm:cxn modelId="{0F681C57-F4EB-49A0-9B95-0425268A2AFB}" type="presParOf" srcId="{ACED1C01-3F66-4411-B2E9-2D31B71BB23C}" destId="{80CE4000-3DD3-4245-8A00-58562A7D3F52}" srcOrd="3" destOrd="0" presId="urn:microsoft.com/office/officeart/2018/2/layout/IconVerticalSolidList"/>
    <dgm:cxn modelId="{E03F6B19-6F88-4251-B620-465E552EFEAE}" type="presParOf" srcId="{2FD7E88B-A59F-4253-84D8-7A4F2C78102B}" destId="{0CFAA73D-B498-4F0C-97E5-BC4593BA52E3}" srcOrd="1" destOrd="0" presId="urn:microsoft.com/office/officeart/2018/2/layout/IconVerticalSolidList"/>
    <dgm:cxn modelId="{92E06426-FF87-4445-8203-668F6AB4D8AF}" type="presParOf" srcId="{2FD7E88B-A59F-4253-84D8-7A4F2C78102B}" destId="{B193AA9A-23A4-42AE-BBA7-A056FB16D042}" srcOrd="2" destOrd="0" presId="urn:microsoft.com/office/officeart/2018/2/layout/IconVerticalSolidList"/>
    <dgm:cxn modelId="{AAF4086D-9B62-463F-BE42-C8EC3C13342B}" type="presParOf" srcId="{B193AA9A-23A4-42AE-BBA7-A056FB16D042}" destId="{C12B1DDB-B02C-4F98-97C5-6C8CB7023221}" srcOrd="0" destOrd="0" presId="urn:microsoft.com/office/officeart/2018/2/layout/IconVerticalSolidList"/>
    <dgm:cxn modelId="{85FDF745-8384-47F6-9592-A9C47B6DD4AA}" type="presParOf" srcId="{B193AA9A-23A4-42AE-BBA7-A056FB16D042}" destId="{481232C3-91BC-412A-BF43-A851FD3BF06E}" srcOrd="1" destOrd="0" presId="urn:microsoft.com/office/officeart/2018/2/layout/IconVerticalSolidList"/>
    <dgm:cxn modelId="{17285ACB-4E2F-4828-9949-428131BF0741}" type="presParOf" srcId="{B193AA9A-23A4-42AE-BBA7-A056FB16D042}" destId="{813C245C-A5E3-4B0E-8BC1-F35156D73C16}" srcOrd="2" destOrd="0" presId="urn:microsoft.com/office/officeart/2018/2/layout/IconVerticalSolidList"/>
    <dgm:cxn modelId="{2C2577A7-A773-4970-A508-EEDBEE775672}" type="presParOf" srcId="{B193AA9A-23A4-42AE-BBA7-A056FB16D042}" destId="{D585DE51-B3A4-4806-A352-D1C3B1ED662E}" srcOrd="3" destOrd="0" presId="urn:microsoft.com/office/officeart/2018/2/layout/IconVerticalSolidList"/>
    <dgm:cxn modelId="{FF156002-999B-463B-B439-80C8D13D4B87}" type="presParOf" srcId="{2FD7E88B-A59F-4253-84D8-7A4F2C78102B}" destId="{C85D7883-9B89-4CC1-8896-41C43FB4EB22}" srcOrd="3" destOrd="0" presId="urn:microsoft.com/office/officeart/2018/2/layout/IconVerticalSolidList"/>
    <dgm:cxn modelId="{65226094-50D9-4D98-8B15-5E52B452E7BA}" type="presParOf" srcId="{2FD7E88B-A59F-4253-84D8-7A4F2C78102B}" destId="{B9965AA4-458F-4C14-8F37-22EA0C2A5CA3}" srcOrd="4" destOrd="0" presId="urn:microsoft.com/office/officeart/2018/2/layout/IconVerticalSolidList"/>
    <dgm:cxn modelId="{B78CB56F-B676-4B4C-B63B-5507FC82D776}" type="presParOf" srcId="{B9965AA4-458F-4C14-8F37-22EA0C2A5CA3}" destId="{30D941B7-F013-4AB3-8354-5AC1E5E06C0C}" srcOrd="0" destOrd="0" presId="urn:microsoft.com/office/officeart/2018/2/layout/IconVerticalSolidList"/>
    <dgm:cxn modelId="{ABB39CA6-F980-4A88-9F0F-82E76014A2B2}" type="presParOf" srcId="{B9965AA4-458F-4C14-8F37-22EA0C2A5CA3}" destId="{6EB5D33A-D115-4861-BBAF-291068609394}" srcOrd="1" destOrd="0" presId="urn:microsoft.com/office/officeart/2018/2/layout/IconVerticalSolidList"/>
    <dgm:cxn modelId="{CA59ED87-D11F-489D-9A6B-BD706481D47C}" type="presParOf" srcId="{B9965AA4-458F-4C14-8F37-22EA0C2A5CA3}" destId="{21DB5CAC-AC44-4080-B154-2753CB56767F}" srcOrd="2" destOrd="0" presId="urn:microsoft.com/office/officeart/2018/2/layout/IconVerticalSolidList"/>
    <dgm:cxn modelId="{F33AC789-72FA-4C0E-BA92-76285CB351E9}" type="presParOf" srcId="{B9965AA4-458F-4C14-8F37-22EA0C2A5CA3}" destId="{ECD9F81D-8945-4547-AA33-3FA2E1201C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B1E6DA-37EC-493D-8D74-BFB60CAFAEE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C750049-69A2-44B3-B8DB-DBD18F04E06B}">
      <dgm:prSet/>
      <dgm:spPr/>
      <dgm:t>
        <a:bodyPr/>
        <a:lstStyle/>
        <a:p>
          <a:r>
            <a:rPr lang="en-US"/>
            <a:t>Works with unlabeled data to find patterns</a:t>
          </a:r>
        </a:p>
      </dgm:t>
    </dgm:pt>
    <dgm:pt modelId="{8AE5CFE3-D941-4528-AF0C-E74024694B92}" type="parTrans" cxnId="{54916FB4-C6C0-446F-88D6-D24178ABAD64}">
      <dgm:prSet/>
      <dgm:spPr/>
      <dgm:t>
        <a:bodyPr/>
        <a:lstStyle/>
        <a:p>
          <a:endParaRPr lang="en-US"/>
        </a:p>
      </dgm:t>
    </dgm:pt>
    <dgm:pt modelId="{ECD42EDB-566F-4BB4-B161-A65E36D5C5B5}" type="sibTrans" cxnId="{54916FB4-C6C0-446F-88D6-D24178ABAD64}">
      <dgm:prSet/>
      <dgm:spPr/>
      <dgm:t>
        <a:bodyPr/>
        <a:lstStyle/>
        <a:p>
          <a:endParaRPr lang="en-US"/>
        </a:p>
      </dgm:t>
    </dgm:pt>
    <dgm:pt modelId="{21CEFE2B-6803-4752-A52D-9BEDDCBE3EE7}">
      <dgm:prSet/>
      <dgm:spPr/>
      <dgm:t>
        <a:bodyPr/>
        <a:lstStyle/>
        <a:p>
          <a:r>
            <a:rPr lang="en-US"/>
            <a:t>Examples: Clustering and Dimensionality Reduction</a:t>
          </a:r>
        </a:p>
      </dgm:t>
    </dgm:pt>
    <dgm:pt modelId="{FC2835AE-EAA2-4AF1-BF01-F6D8C6B076C2}" type="parTrans" cxnId="{2A5F98CD-45A0-48FE-BD0F-37580DF2A48A}">
      <dgm:prSet/>
      <dgm:spPr/>
      <dgm:t>
        <a:bodyPr/>
        <a:lstStyle/>
        <a:p>
          <a:endParaRPr lang="en-US"/>
        </a:p>
      </dgm:t>
    </dgm:pt>
    <dgm:pt modelId="{15A82812-3BBC-4BB0-8C0E-836F89D4A541}" type="sibTrans" cxnId="{2A5F98CD-45A0-48FE-BD0F-37580DF2A48A}">
      <dgm:prSet/>
      <dgm:spPr/>
      <dgm:t>
        <a:bodyPr/>
        <a:lstStyle/>
        <a:p>
          <a:endParaRPr lang="en-US"/>
        </a:p>
      </dgm:t>
    </dgm:pt>
    <dgm:pt modelId="{211AEE98-AA60-4493-BD48-D37B2C493E07}">
      <dgm:prSet/>
      <dgm:spPr/>
      <dgm:t>
        <a:bodyPr/>
        <a:lstStyle/>
        <a:p>
          <a:r>
            <a:rPr lang="en-US"/>
            <a:t>Common algorithms: K-Means and PCA</a:t>
          </a:r>
        </a:p>
      </dgm:t>
    </dgm:pt>
    <dgm:pt modelId="{A65D3C7D-6D2E-4685-87DE-F6E48F1734AB}" type="parTrans" cxnId="{20240AFE-9CA7-4948-ADC6-7ED605B0F4D3}">
      <dgm:prSet/>
      <dgm:spPr/>
      <dgm:t>
        <a:bodyPr/>
        <a:lstStyle/>
        <a:p>
          <a:endParaRPr lang="en-US"/>
        </a:p>
      </dgm:t>
    </dgm:pt>
    <dgm:pt modelId="{D37B034D-1E70-4294-9490-998BCDB93D60}" type="sibTrans" cxnId="{20240AFE-9CA7-4948-ADC6-7ED605B0F4D3}">
      <dgm:prSet/>
      <dgm:spPr/>
      <dgm:t>
        <a:bodyPr/>
        <a:lstStyle/>
        <a:p>
          <a:endParaRPr lang="en-US"/>
        </a:p>
      </dgm:t>
    </dgm:pt>
    <dgm:pt modelId="{E3C97E6E-5D52-462A-A92D-B7D0CF2EB77D}" type="pres">
      <dgm:prSet presAssocID="{EFB1E6DA-37EC-493D-8D74-BFB60CAFAEE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3A3ABF7-BC11-4FEE-9FCA-1B02ABE029A3}" type="pres">
      <dgm:prSet presAssocID="{BC750049-69A2-44B3-B8DB-DBD18F04E06B}" presName="hierRoot1" presStyleCnt="0"/>
      <dgm:spPr/>
    </dgm:pt>
    <dgm:pt modelId="{AC1CD745-6CC1-4EDC-9530-18697244A51F}" type="pres">
      <dgm:prSet presAssocID="{BC750049-69A2-44B3-B8DB-DBD18F04E06B}" presName="composite" presStyleCnt="0"/>
      <dgm:spPr/>
    </dgm:pt>
    <dgm:pt modelId="{3918D907-4C76-43C8-9D2E-DD275B85217C}" type="pres">
      <dgm:prSet presAssocID="{BC750049-69A2-44B3-B8DB-DBD18F04E06B}" presName="background" presStyleLbl="node0" presStyleIdx="0" presStyleCnt="3"/>
      <dgm:spPr/>
    </dgm:pt>
    <dgm:pt modelId="{77540F16-D5E2-459D-95A4-8BB483C793AD}" type="pres">
      <dgm:prSet presAssocID="{BC750049-69A2-44B3-B8DB-DBD18F04E06B}" presName="text" presStyleLbl="fgAcc0" presStyleIdx="0" presStyleCnt="3">
        <dgm:presLayoutVars>
          <dgm:chPref val="3"/>
        </dgm:presLayoutVars>
      </dgm:prSet>
      <dgm:spPr/>
    </dgm:pt>
    <dgm:pt modelId="{78FDBFDC-AFCD-48EF-927C-B9A4B8A9D565}" type="pres">
      <dgm:prSet presAssocID="{BC750049-69A2-44B3-B8DB-DBD18F04E06B}" presName="hierChild2" presStyleCnt="0"/>
      <dgm:spPr/>
    </dgm:pt>
    <dgm:pt modelId="{869F3F13-9C71-4748-AEF7-0FA7DC98BAAE}" type="pres">
      <dgm:prSet presAssocID="{21CEFE2B-6803-4752-A52D-9BEDDCBE3EE7}" presName="hierRoot1" presStyleCnt="0"/>
      <dgm:spPr/>
    </dgm:pt>
    <dgm:pt modelId="{FA9A70E3-42F7-4423-A183-46B911840539}" type="pres">
      <dgm:prSet presAssocID="{21CEFE2B-6803-4752-A52D-9BEDDCBE3EE7}" presName="composite" presStyleCnt="0"/>
      <dgm:spPr/>
    </dgm:pt>
    <dgm:pt modelId="{23AAF517-21BB-4530-8180-23AC72702CFB}" type="pres">
      <dgm:prSet presAssocID="{21CEFE2B-6803-4752-A52D-9BEDDCBE3EE7}" presName="background" presStyleLbl="node0" presStyleIdx="1" presStyleCnt="3"/>
      <dgm:spPr/>
    </dgm:pt>
    <dgm:pt modelId="{C8CE9B40-27A2-4F68-ADE6-E628243CCC74}" type="pres">
      <dgm:prSet presAssocID="{21CEFE2B-6803-4752-A52D-9BEDDCBE3EE7}" presName="text" presStyleLbl="fgAcc0" presStyleIdx="1" presStyleCnt="3">
        <dgm:presLayoutVars>
          <dgm:chPref val="3"/>
        </dgm:presLayoutVars>
      </dgm:prSet>
      <dgm:spPr/>
    </dgm:pt>
    <dgm:pt modelId="{95F28BE5-5C36-42B4-8B2D-C529BFDCF3B5}" type="pres">
      <dgm:prSet presAssocID="{21CEFE2B-6803-4752-A52D-9BEDDCBE3EE7}" presName="hierChild2" presStyleCnt="0"/>
      <dgm:spPr/>
    </dgm:pt>
    <dgm:pt modelId="{8D3E2B09-8666-4919-8883-8B9E1384C156}" type="pres">
      <dgm:prSet presAssocID="{211AEE98-AA60-4493-BD48-D37B2C493E07}" presName="hierRoot1" presStyleCnt="0"/>
      <dgm:spPr/>
    </dgm:pt>
    <dgm:pt modelId="{8C3C94AB-67D4-41EB-8039-C6D675838656}" type="pres">
      <dgm:prSet presAssocID="{211AEE98-AA60-4493-BD48-D37B2C493E07}" presName="composite" presStyleCnt="0"/>
      <dgm:spPr/>
    </dgm:pt>
    <dgm:pt modelId="{4E7444C9-F729-4714-93C0-82703456EBAF}" type="pres">
      <dgm:prSet presAssocID="{211AEE98-AA60-4493-BD48-D37B2C493E07}" presName="background" presStyleLbl="node0" presStyleIdx="2" presStyleCnt="3"/>
      <dgm:spPr/>
    </dgm:pt>
    <dgm:pt modelId="{E2E0F049-F51A-4863-B3C1-754DECFEABD9}" type="pres">
      <dgm:prSet presAssocID="{211AEE98-AA60-4493-BD48-D37B2C493E07}" presName="text" presStyleLbl="fgAcc0" presStyleIdx="2" presStyleCnt="3">
        <dgm:presLayoutVars>
          <dgm:chPref val="3"/>
        </dgm:presLayoutVars>
      </dgm:prSet>
      <dgm:spPr/>
    </dgm:pt>
    <dgm:pt modelId="{C842B1CB-6EDC-4C5D-9607-DA2C9F7E4BBA}" type="pres">
      <dgm:prSet presAssocID="{211AEE98-AA60-4493-BD48-D37B2C493E07}" presName="hierChild2" presStyleCnt="0"/>
      <dgm:spPr/>
    </dgm:pt>
  </dgm:ptLst>
  <dgm:cxnLst>
    <dgm:cxn modelId="{71C1A00A-07AB-49DB-A003-B7C2F276EA5F}" type="presOf" srcId="{211AEE98-AA60-4493-BD48-D37B2C493E07}" destId="{E2E0F049-F51A-4863-B3C1-754DECFEABD9}" srcOrd="0" destOrd="0" presId="urn:microsoft.com/office/officeart/2005/8/layout/hierarchy1"/>
    <dgm:cxn modelId="{A3ECB80A-3941-43B2-9041-F5D7826B6926}" type="presOf" srcId="{21CEFE2B-6803-4752-A52D-9BEDDCBE3EE7}" destId="{C8CE9B40-27A2-4F68-ADE6-E628243CCC74}" srcOrd="0" destOrd="0" presId="urn:microsoft.com/office/officeart/2005/8/layout/hierarchy1"/>
    <dgm:cxn modelId="{E0224615-4651-4BD1-9637-CB2538754D02}" type="presOf" srcId="{EFB1E6DA-37EC-493D-8D74-BFB60CAFAEE0}" destId="{E3C97E6E-5D52-462A-A92D-B7D0CF2EB77D}" srcOrd="0" destOrd="0" presId="urn:microsoft.com/office/officeart/2005/8/layout/hierarchy1"/>
    <dgm:cxn modelId="{AFA60046-7637-4680-BF34-928C1079C00D}" type="presOf" srcId="{BC750049-69A2-44B3-B8DB-DBD18F04E06B}" destId="{77540F16-D5E2-459D-95A4-8BB483C793AD}" srcOrd="0" destOrd="0" presId="urn:microsoft.com/office/officeart/2005/8/layout/hierarchy1"/>
    <dgm:cxn modelId="{54916FB4-C6C0-446F-88D6-D24178ABAD64}" srcId="{EFB1E6DA-37EC-493D-8D74-BFB60CAFAEE0}" destId="{BC750049-69A2-44B3-B8DB-DBD18F04E06B}" srcOrd="0" destOrd="0" parTransId="{8AE5CFE3-D941-4528-AF0C-E74024694B92}" sibTransId="{ECD42EDB-566F-4BB4-B161-A65E36D5C5B5}"/>
    <dgm:cxn modelId="{2A5F98CD-45A0-48FE-BD0F-37580DF2A48A}" srcId="{EFB1E6DA-37EC-493D-8D74-BFB60CAFAEE0}" destId="{21CEFE2B-6803-4752-A52D-9BEDDCBE3EE7}" srcOrd="1" destOrd="0" parTransId="{FC2835AE-EAA2-4AF1-BF01-F6D8C6B076C2}" sibTransId="{15A82812-3BBC-4BB0-8C0E-836F89D4A541}"/>
    <dgm:cxn modelId="{20240AFE-9CA7-4948-ADC6-7ED605B0F4D3}" srcId="{EFB1E6DA-37EC-493D-8D74-BFB60CAFAEE0}" destId="{211AEE98-AA60-4493-BD48-D37B2C493E07}" srcOrd="2" destOrd="0" parTransId="{A65D3C7D-6D2E-4685-87DE-F6E48F1734AB}" sibTransId="{D37B034D-1E70-4294-9490-998BCDB93D60}"/>
    <dgm:cxn modelId="{C43E3534-A0B5-44A8-91EA-694583BCD34A}" type="presParOf" srcId="{E3C97E6E-5D52-462A-A92D-B7D0CF2EB77D}" destId="{73A3ABF7-BC11-4FEE-9FCA-1B02ABE029A3}" srcOrd="0" destOrd="0" presId="urn:microsoft.com/office/officeart/2005/8/layout/hierarchy1"/>
    <dgm:cxn modelId="{4AC1D2FE-3F00-4080-8629-D0B5A25DC4AE}" type="presParOf" srcId="{73A3ABF7-BC11-4FEE-9FCA-1B02ABE029A3}" destId="{AC1CD745-6CC1-4EDC-9530-18697244A51F}" srcOrd="0" destOrd="0" presId="urn:microsoft.com/office/officeart/2005/8/layout/hierarchy1"/>
    <dgm:cxn modelId="{BD8BB535-520A-44C5-A5A9-834C688CDE32}" type="presParOf" srcId="{AC1CD745-6CC1-4EDC-9530-18697244A51F}" destId="{3918D907-4C76-43C8-9D2E-DD275B85217C}" srcOrd="0" destOrd="0" presId="urn:microsoft.com/office/officeart/2005/8/layout/hierarchy1"/>
    <dgm:cxn modelId="{45773647-1B3D-4899-ACEB-A3B8505E695E}" type="presParOf" srcId="{AC1CD745-6CC1-4EDC-9530-18697244A51F}" destId="{77540F16-D5E2-459D-95A4-8BB483C793AD}" srcOrd="1" destOrd="0" presId="urn:microsoft.com/office/officeart/2005/8/layout/hierarchy1"/>
    <dgm:cxn modelId="{E7CE605C-7B26-4987-B501-EBE8057FED32}" type="presParOf" srcId="{73A3ABF7-BC11-4FEE-9FCA-1B02ABE029A3}" destId="{78FDBFDC-AFCD-48EF-927C-B9A4B8A9D565}" srcOrd="1" destOrd="0" presId="urn:microsoft.com/office/officeart/2005/8/layout/hierarchy1"/>
    <dgm:cxn modelId="{FF043764-9560-4CA9-87E3-E1FA41A95EBC}" type="presParOf" srcId="{E3C97E6E-5D52-462A-A92D-B7D0CF2EB77D}" destId="{869F3F13-9C71-4748-AEF7-0FA7DC98BAAE}" srcOrd="1" destOrd="0" presId="urn:microsoft.com/office/officeart/2005/8/layout/hierarchy1"/>
    <dgm:cxn modelId="{253D78A3-069D-404D-A0EA-9D311151AEE5}" type="presParOf" srcId="{869F3F13-9C71-4748-AEF7-0FA7DC98BAAE}" destId="{FA9A70E3-42F7-4423-A183-46B911840539}" srcOrd="0" destOrd="0" presId="urn:microsoft.com/office/officeart/2005/8/layout/hierarchy1"/>
    <dgm:cxn modelId="{06650973-0839-4F5D-8C93-C696E2DD3B78}" type="presParOf" srcId="{FA9A70E3-42F7-4423-A183-46B911840539}" destId="{23AAF517-21BB-4530-8180-23AC72702CFB}" srcOrd="0" destOrd="0" presId="urn:microsoft.com/office/officeart/2005/8/layout/hierarchy1"/>
    <dgm:cxn modelId="{B76AF26D-E505-4F2C-9357-1CF060A0FAD7}" type="presParOf" srcId="{FA9A70E3-42F7-4423-A183-46B911840539}" destId="{C8CE9B40-27A2-4F68-ADE6-E628243CCC74}" srcOrd="1" destOrd="0" presId="urn:microsoft.com/office/officeart/2005/8/layout/hierarchy1"/>
    <dgm:cxn modelId="{88ECBE3A-25DB-4B31-938B-510948CD1E3A}" type="presParOf" srcId="{869F3F13-9C71-4748-AEF7-0FA7DC98BAAE}" destId="{95F28BE5-5C36-42B4-8B2D-C529BFDCF3B5}" srcOrd="1" destOrd="0" presId="urn:microsoft.com/office/officeart/2005/8/layout/hierarchy1"/>
    <dgm:cxn modelId="{1E3599E5-1958-4939-87E5-105D4DF85B46}" type="presParOf" srcId="{E3C97E6E-5D52-462A-A92D-B7D0CF2EB77D}" destId="{8D3E2B09-8666-4919-8883-8B9E1384C156}" srcOrd="2" destOrd="0" presId="urn:microsoft.com/office/officeart/2005/8/layout/hierarchy1"/>
    <dgm:cxn modelId="{82BAA27A-6151-4E5E-9026-6944BE283515}" type="presParOf" srcId="{8D3E2B09-8666-4919-8883-8B9E1384C156}" destId="{8C3C94AB-67D4-41EB-8039-C6D675838656}" srcOrd="0" destOrd="0" presId="urn:microsoft.com/office/officeart/2005/8/layout/hierarchy1"/>
    <dgm:cxn modelId="{DE61B2D7-BD57-4D4F-8786-C1DF43FCCD84}" type="presParOf" srcId="{8C3C94AB-67D4-41EB-8039-C6D675838656}" destId="{4E7444C9-F729-4714-93C0-82703456EBAF}" srcOrd="0" destOrd="0" presId="urn:microsoft.com/office/officeart/2005/8/layout/hierarchy1"/>
    <dgm:cxn modelId="{5C75F845-854F-4471-9A8E-6F5E688EAF82}" type="presParOf" srcId="{8C3C94AB-67D4-41EB-8039-C6D675838656}" destId="{E2E0F049-F51A-4863-B3C1-754DECFEABD9}" srcOrd="1" destOrd="0" presId="urn:microsoft.com/office/officeart/2005/8/layout/hierarchy1"/>
    <dgm:cxn modelId="{8D618310-488A-47BB-B3CB-3E9F1A9FABA2}" type="presParOf" srcId="{8D3E2B09-8666-4919-8883-8B9E1384C156}" destId="{C842B1CB-6EDC-4C5D-9607-DA2C9F7E4BB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A0A7F4-91D4-4765-A9CE-51CE4BCEC6F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E013197-93D0-4732-9232-02B241882417}">
      <dgm:prSet/>
      <dgm:spPr/>
      <dgm:t>
        <a:bodyPr/>
        <a:lstStyle/>
        <a:p>
          <a:r>
            <a:rPr lang="en-US"/>
            <a:t>Learns through trial and error with an environment</a:t>
          </a:r>
        </a:p>
      </dgm:t>
    </dgm:pt>
    <dgm:pt modelId="{CE3E407B-6BB5-41AE-BC8F-FDA108F6656E}" type="parTrans" cxnId="{EC7B52A2-ED14-46CD-9226-EB150554887B}">
      <dgm:prSet/>
      <dgm:spPr/>
      <dgm:t>
        <a:bodyPr/>
        <a:lstStyle/>
        <a:p>
          <a:endParaRPr lang="en-US"/>
        </a:p>
      </dgm:t>
    </dgm:pt>
    <dgm:pt modelId="{A7620F3F-A769-4D07-B3D8-5C828D284572}" type="sibTrans" cxnId="{EC7B52A2-ED14-46CD-9226-EB150554887B}">
      <dgm:prSet/>
      <dgm:spPr/>
      <dgm:t>
        <a:bodyPr/>
        <a:lstStyle/>
        <a:p>
          <a:endParaRPr lang="en-US"/>
        </a:p>
      </dgm:t>
    </dgm:pt>
    <dgm:pt modelId="{74CB1818-3786-42A4-81CD-B5AF4956637D}">
      <dgm:prSet/>
      <dgm:spPr/>
      <dgm:t>
        <a:bodyPr/>
        <a:lstStyle/>
        <a:p>
          <a:r>
            <a:rPr lang="en-US"/>
            <a:t>Agent receives rewards or penalties for actions</a:t>
          </a:r>
        </a:p>
      </dgm:t>
    </dgm:pt>
    <dgm:pt modelId="{8E0A316A-E192-438C-9215-3AC9EB225C89}" type="parTrans" cxnId="{EBF1F5C5-43A0-439B-A4CE-689184143002}">
      <dgm:prSet/>
      <dgm:spPr/>
      <dgm:t>
        <a:bodyPr/>
        <a:lstStyle/>
        <a:p>
          <a:endParaRPr lang="en-US"/>
        </a:p>
      </dgm:t>
    </dgm:pt>
    <dgm:pt modelId="{5147CAB8-503B-4CF1-8FA1-680C66A18065}" type="sibTrans" cxnId="{EBF1F5C5-43A0-439B-A4CE-689184143002}">
      <dgm:prSet/>
      <dgm:spPr/>
      <dgm:t>
        <a:bodyPr/>
        <a:lstStyle/>
        <a:p>
          <a:endParaRPr lang="en-US"/>
        </a:p>
      </dgm:t>
    </dgm:pt>
    <dgm:pt modelId="{174EB8E9-11D4-4278-AA34-4DD7C1DB9EAB}">
      <dgm:prSet/>
      <dgm:spPr/>
      <dgm:t>
        <a:bodyPr/>
        <a:lstStyle/>
        <a:p>
          <a:r>
            <a:rPr lang="en-US"/>
            <a:t>Applications: Game AI, Robotics, Autonomous vehicles</a:t>
          </a:r>
        </a:p>
      </dgm:t>
    </dgm:pt>
    <dgm:pt modelId="{BB2703D0-7AD3-4664-9218-B2ECE0863824}" type="parTrans" cxnId="{0BE7CDDB-6F1D-4707-9B22-16A1D2EEFD3F}">
      <dgm:prSet/>
      <dgm:spPr/>
      <dgm:t>
        <a:bodyPr/>
        <a:lstStyle/>
        <a:p>
          <a:endParaRPr lang="en-US"/>
        </a:p>
      </dgm:t>
    </dgm:pt>
    <dgm:pt modelId="{B607C5F5-4899-42A0-88E2-F564F3EDDA5B}" type="sibTrans" cxnId="{0BE7CDDB-6F1D-4707-9B22-16A1D2EEFD3F}">
      <dgm:prSet/>
      <dgm:spPr/>
      <dgm:t>
        <a:bodyPr/>
        <a:lstStyle/>
        <a:p>
          <a:endParaRPr lang="en-US"/>
        </a:p>
      </dgm:t>
    </dgm:pt>
    <dgm:pt modelId="{240C6756-19D1-4560-B70A-299605A1B900}" type="pres">
      <dgm:prSet presAssocID="{7AA0A7F4-91D4-4765-A9CE-51CE4BCEC6F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3DBA110-8694-4073-925D-F36FCD379295}" type="pres">
      <dgm:prSet presAssocID="{9E013197-93D0-4732-9232-02B241882417}" presName="hierRoot1" presStyleCnt="0"/>
      <dgm:spPr/>
    </dgm:pt>
    <dgm:pt modelId="{D7985D4D-308D-4AF8-B38C-DD2EADC8EA08}" type="pres">
      <dgm:prSet presAssocID="{9E013197-93D0-4732-9232-02B241882417}" presName="composite" presStyleCnt="0"/>
      <dgm:spPr/>
    </dgm:pt>
    <dgm:pt modelId="{0FBD9242-4E92-4198-A7B5-8967A3F74C87}" type="pres">
      <dgm:prSet presAssocID="{9E013197-93D0-4732-9232-02B241882417}" presName="background" presStyleLbl="node0" presStyleIdx="0" presStyleCnt="3"/>
      <dgm:spPr/>
    </dgm:pt>
    <dgm:pt modelId="{71765DA6-902D-4B62-9732-AC2E051BB55E}" type="pres">
      <dgm:prSet presAssocID="{9E013197-93D0-4732-9232-02B241882417}" presName="text" presStyleLbl="fgAcc0" presStyleIdx="0" presStyleCnt="3">
        <dgm:presLayoutVars>
          <dgm:chPref val="3"/>
        </dgm:presLayoutVars>
      </dgm:prSet>
      <dgm:spPr/>
    </dgm:pt>
    <dgm:pt modelId="{B68A8CB8-CE6F-412E-8FD7-4F3185247A5B}" type="pres">
      <dgm:prSet presAssocID="{9E013197-93D0-4732-9232-02B241882417}" presName="hierChild2" presStyleCnt="0"/>
      <dgm:spPr/>
    </dgm:pt>
    <dgm:pt modelId="{5FCF2A29-5C46-4766-9DC0-B92CC16E883B}" type="pres">
      <dgm:prSet presAssocID="{74CB1818-3786-42A4-81CD-B5AF4956637D}" presName="hierRoot1" presStyleCnt="0"/>
      <dgm:spPr/>
    </dgm:pt>
    <dgm:pt modelId="{3CDA8C06-B93A-4ED8-92A8-A265F3A30023}" type="pres">
      <dgm:prSet presAssocID="{74CB1818-3786-42A4-81CD-B5AF4956637D}" presName="composite" presStyleCnt="0"/>
      <dgm:spPr/>
    </dgm:pt>
    <dgm:pt modelId="{7BB6E9F7-3F01-432B-8906-C5DED4A438A0}" type="pres">
      <dgm:prSet presAssocID="{74CB1818-3786-42A4-81CD-B5AF4956637D}" presName="background" presStyleLbl="node0" presStyleIdx="1" presStyleCnt="3"/>
      <dgm:spPr/>
    </dgm:pt>
    <dgm:pt modelId="{E69FC434-A7F5-45DC-B5E9-AED0C536D0AA}" type="pres">
      <dgm:prSet presAssocID="{74CB1818-3786-42A4-81CD-B5AF4956637D}" presName="text" presStyleLbl="fgAcc0" presStyleIdx="1" presStyleCnt="3">
        <dgm:presLayoutVars>
          <dgm:chPref val="3"/>
        </dgm:presLayoutVars>
      </dgm:prSet>
      <dgm:spPr/>
    </dgm:pt>
    <dgm:pt modelId="{33668108-AC5C-4117-B9C6-D1F843CD440D}" type="pres">
      <dgm:prSet presAssocID="{74CB1818-3786-42A4-81CD-B5AF4956637D}" presName="hierChild2" presStyleCnt="0"/>
      <dgm:spPr/>
    </dgm:pt>
    <dgm:pt modelId="{5DD170E4-32A3-44A3-9050-FB45D45FC38D}" type="pres">
      <dgm:prSet presAssocID="{174EB8E9-11D4-4278-AA34-4DD7C1DB9EAB}" presName="hierRoot1" presStyleCnt="0"/>
      <dgm:spPr/>
    </dgm:pt>
    <dgm:pt modelId="{B2127099-5F5B-4525-8986-4C8E30B707D5}" type="pres">
      <dgm:prSet presAssocID="{174EB8E9-11D4-4278-AA34-4DD7C1DB9EAB}" presName="composite" presStyleCnt="0"/>
      <dgm:spPr/>
    </dgm:pt>
    <dgm:pt modelId="{5FBC7C4F-8C8D-4119-A3A2-8CBCFAF11B75}" type="pres">
      <dgm:prSet presAssocID="{174EB8E9-11D4-4278-AA34-4DD7C1DB9EAB}" presName="background" presStyleLbl="node0" presStyleIdx="2" presStyleCnt="3"/>
      <dgm:spPr/>
    </dgm:pt>
    <dgm:pt modelId="{3AD07362-E599-4683-83EA-6E5DD71A2B70}" type="pres">
      <dgm:prSet presAssocID="{174EB8E9-11D4-4278-AA34-4DD7C1DB9EAB}" presName="text" presStyleLbl="fgAcc0" presStyleIdx="2" presStyleCnt="3">
        <dgm:presLayoutVars>
          <dgm:chPref val="3"/>
        </dgm:presLayoutVars>
      </dgm:prSet>
      <dgm:spPr/>
    </dgm:pt>
    <dgm:pt modelId="{3C507030-E9DE-4B3A-A1C2-1EA0EBBA9EEE}" type="pres">
      <dgm:prSet presAssocID="{174EB8E9-11D4-4278-AA34-4DD7C1DB9EAB}" presName="hierChild2" presStyleCnt="0"/>
      <dgm:spPr/>
    </dgm:pt>
  </dgm:ptLst>
  <dgm:cxnLst>
    <dgm:cxn modelId="{BE3BDD3A-F3DF-447D-A0A7-D143E43B5EE3}" type="presOf" srcId="{7AA0A7F4-91D4-4765-A9CE-51CE4BCEC6F8}" destId="{240C6756-19D1-4560-B70A-299605A1B900}" srcOrd="0" destOrd="0" presId="urn:microsoft.com/office/officeart/2005/8/layout/hierarchy1"/>
    <dgm:cxn modelId="{9E50373C-5099-46B0-953C-0F3056ACD7C1}" type="presOf" srcId="{74CB1818-3786-42A4-81CD-B5AF4956637D}" destId="{E69FC434-A7F5-45DC-B5E9-AED0C536D0AA}" srcOrd="0" destOrd="0" presId="urn:microsoft.com/office/officeart/2005/8/layout/hierarchy1"/>
    <dgm:cxn modelId="{083BA565-4EA0-4CD9-8435-2855ACFE1AE5}" type="presOf" srcId="{174EB8E9-11D4-4278-AA34-4DD7C1DB9EAB}" destId="{3AD07362-E599-4683-83EA-6E5DD71A2B70}" srcOrd="0" destOrd="0" presId="urn:microsoft.com/office/officeart/2005/8/layout/hierarchy1"/>
    <dgm:cxn modelId="{EC7B52A2-ED14-46CD-9226-EB150554887B}" srcId="{7AA0A7F4-91D4-4765-A9CE-51CE4BCEC6F8}" destId="{9E013197-93D0-4732-9232-02B241882417}" srcOrd="0" destOrd="0" parTransId="{CE3E407B-6BB5-41AE-BC8F-FDA108F6656E}" sibTransId="{A7620F3F-A769-4D07-B3D8-5C828D284572}"/>
    <dgm:cxn modelId="{7A4A25A6-F65B-4935-AE49-B6A41EE7C26C}" type="presOf" srcId="{9E013197-93D0-4732-9232-02B241882417}" destId="{71765DA6-902D-4B62-9732-AC2E051BB55E}" srcOrd="0" destOrd="0" presId="urn:microsoft.com/office/officeart/2005/8/layout/hierarchy1"/>
    <dgm:cxn modelId="{EBF1F5C5-43A0-439B-A4CE-689184143002}" srcId="{7AA0A7F4-91D4-4765-A9CE-51CE4BCEC6F8}" destId="{74CB1818-3786-42A4-81CD-B5AF4956637D}" srcOrd="1" destOrd="0" parTransId="{8E0A316A-E192-438C-9215-3AC9EB225C89}" sibTransId="{5147CAB8-503B-4CF1-8FA1-680C66A18065}"/>
    <dgm:cxn modelId="{0BE7CDDB-6F1D-4707-9B22-16A1D2EEFD3F}" srcId="{7AA0A7F4-91D4-4765-A9CE-51CE4BCEC6F8}" destId="{174EB8E9-11D4-4278-AA34-4DD7C1DB9EAB}" srcOrd="2" destOrd="0" parTransId="{BB2703D0-7AD3-4664-9218-B2ECE0863824}" sibTransId="{B607C5F5-4899-42A0-88E2-F564F3EDDA5B}"/>
    <dgm:cxn modelId="{CE702AF2-5E1A-45C7-8C65-DB394C9E274C}" type="presParOf" srcId="{240C6756-19D1-4560-B70A-299605A1B900}" destId="{C3DBA110-8694-4073-925D-F36FCD379295}" srcOrd="0" destOrd="0" presId="urn:microsoft.com/office/officeart/2005/8/layout/hierarchy1"/>
    <dgm:cxn modelId="{D142321A-D277-4A2B-9DF8-5D4337D82AAC}" type="presParOf" srcId="{C3DBA110-8694-4073-925D-F36FCD379295}" destId="{D7985D4D-308D-4AF8-B38C-DD2EADC8EA08}" srcOrd="0" destOrd="0" presId="urn:microsoft.com/office/officeart/2005/8/layout/hierarchy1"/>
    <dgm:cxn modelId="{EB8D1D12-1424-423F-B5FD-06B6919A3452}" type="presParOf" srcId="{D7985D4D-308D-4AF8-B38C-DD2EADC8EA08}" destId="{0FBD9242-4E92-4198-A7B5-8967A3F74C87}" srcOrd="0" destOrd="0" presId="urn:microsoft.com/office/officeart/2005/8/layout/hierarchy1"/>
    <dgm:cxn modelId="{5BDBAE89-653E-41CA-9552-54EAA232CB6B}" type="presParOf" srcId="{D7985D4D-308D-4AF8-B38C-DD2EADC8EA08}" destId="{71765DA6-902D-4B62-9732-AC2E051BB55E}" srcOrd="1" destOrd="0" presId="urn:microsoft.com/office/officeart/2005/8/layout/hierarchy1"/>
    <dgm:cxn modelId="{8592188B-0E36-4742-811A-516B0DAC3BD2}" type="presParOf" srcId="{C3DBA110-8694-4073-925D-F36FCD379295}" destId="{B68A8CB8-CE6F-412E-8FD7-4F3185247A5B}" srcOrd="1" destOrd="0" presId="urn:microsoft.com/office/officeart/2005/8/layout/hierarchy1"/>
    <dgm:cxn modelId="{CA960D8D-CBFB-42E8-8601-6B5449E73CC0}" type="presParOf" srcId="{240C6756-19D1-4560-B70A-299605A1B900}" destId="{5FCF2A29-5C46-4766-9DC0-B92CC16E883B}" srcOrd="1" destOrd="0" presId="urn:microsoft.com/office/officeart/2005/8/layout/hierarchy1"/>
    <dgm:cxn modelId="{46F66E54-4A94-43B8-BDC5-F9C2D4F56B93}" type="presParOf" srcId="{5FCF2A29-5C46-4766-9DC0-B92CC16E883B}" destId="{3CDA8C06-B93A-4ED8-92A8-A265F3A30023}" srcOrd="0" destOrd="0" presId="urn:microsoft.com/office/officeart/2005/8/layout/hierarchy1"/>
    <dgm:cxn modelId="{179E900F-EC7E-44D1-ACC4-22DE15C70BEC}" type="presParOf" srcId="{3CDA8C06-B93A-4ED8-92A8-A265F3A30023}" destId="{7BB6E9F7-3F01-432B-8906-C5DED4A438A0}" srcOrd="0" destOrd="0" presId="urn:microsoft.com/office/officeart/2005/8/layout/hierarchy1"/>
    <dgm:cxn modelId="{B2250D68-5D02-448C-BF34-5EDD8DDD15BB}" type="presParOf" srcId="{3CDA8C06-B93A-4ED8-92A8-A265F3A30023}" destId="{E69FC434-A7F5-45DC-B5E9-AED0C536D0AA}" srcOrd="1" destOrd="0" presId="urn:microsoft.com/office/officeart/2005/8/layout/hierarchy1"/>
    <dgm:cxn modelId="{85AEE1CD-6A71-41A7-8807-AC086C51E375}" type="presParOf" srcId="{5FCF2A29-5C46-4766-9DC0-B92CC16E883B}" destId="{33668108-AC5C-4117-B9C6-D1F843CD440D}" srcOrd="1" destOrd="0" presId="urn:microsoft.com/office/officeart/2005/8/layout/hierarchy1"/>
    <dgm:cxn modelId="{609D3321-CF5D-4430-9A37-F5ACFAB2F4F9}" type="presParOf" srcId="{240C6756-19D1-4560-B70A-299605A1B900}" destId="{5DD170E4-32A3-44A3-9050-FB45D45FC38D}" srcOrd="2" destOrd="0" presId="urn:microsoft.com/office/officeart/2005/8/layout/hierarchy1"/>
    <dgm:cxn modelId="{F2A9C54B-82C5-49F6-AAC9-58F415D0CA68}" type="presParOf" srcId="{5DD170E4-32A3-44A3-9050-FB45D45FC38D}" destId="{B2127099-5F5B-4525-8986-4C8E30B707D5}" srcOrd="0" destOrd="0" presId="urn:microsoft.com/office/officeart/2005/8/layout/hierarchy1"/>
    <dgm:cxn modelId="{C55E0AA5-6747-46DC-895E-181AA9417717}" type="presParOf" srcId="{B2127099-5F5B-4525-8986-4C8E30B707D5}" destId="{5FBC7C4F-8C8D-4119-A3A2-8CBCFAF11B75}" srcOrd="0" destOrd="0" presId="urn:microsoft.com/office/officeart/2005/8/layout/hierarchy1"/>
    <dgm:cxn modelId="{2786421F-BC39-4B21-8D58-93713968C8E9}" type="presParOf" srcId="{B2127099-5F5B-4525-8986-4C8E30B707D5}" destId="{3AD07362-E599-4683-83EA-6E5DD71A2B70}" srcOrd="1" destOrd="0" presId="urn:microsoft.com/office/officeart/2005/8/layout/hierarchy1"/>
    <dgm:cxn modelId="{F18E1779-49E5-4C0E-9D04-CDE36C0730BC}" type="presParOf" srcId="{5DD170E4-32A3-44A3-9050-FB45D45FC38D}" destId="{3C507030-E9DE-4B3A-A1C2-1EA0EBBA9EE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2EC83B1-19EF-46B2-BF64-8FB80394DDE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9A7529D-BAF3-4EA0-8ADB-874452A718E6}">
      <dgm:prSet/>
      <dgm:spPr/>
      <dgm:t>
        <a:bodyPr/>
        <a:lstStyle/>
        <a:p>
          <a:r>
            <a:rPr lang="en-US"/>
            <a:t>Features: Input variables for predictions</a:t>
          </a:r>
        </a:p>
      </dgm:t>
    </dgm:pt>
    <dgm:pt modelId="{1C41E990-6DDB-42D4-8FAC-82660B036576}" type="parTrans" cxnId="{00916F1C-8A70-4624-9D34-65BB0766EED3}">
      <dgm:prSet/>
      <dgm:spPr/>
      <dgm:t>
        <a:bodyPr/>
        <a:lstStyle/>
        <a:p>
          <a:endParaRPr lang="en-US"/>
        </a:p>
      </dgm:t>
    </dgm:pt>
    <dgm:pt modelId="{C769BEB1-3172-4A18-B373-FA0581453C91}" type="sibTrans" cxnId="{00916F1C-8A70-4624-9D34-65BB0766EED3}">
      <dgm:prSet/>
      <dgm:spPr/>
      <dgm:t>
        <a:bodyPr/>
        <a:lstStyle/>
        <a:p>
          <a:endParaRPr lang="en-US"/>
        </a:p>
      </dgm:t>
    </dgm:pt>
    <dgm:pt modelId="{27181B31-1BBC-4F0D-86E0-FE4AA4818CB3}">
      <dgm:prSet/>
      <dgm:spPr/>
      <dgm:t>
        <a:bodyPr/>
        <a:lstStyle/>
        <a:p>
          <a:r>
            <a:rPr lang="en-US"/>
            <a:t>Labels: Output variables in supervised learning</a:t>
          </a:r>
        </a:p>
      </dgm:t>
    </dgm:pt>
    <dgm:pt modelId="{4E963E29-BFF9-4143-B093-30D6A0FAA75E}" type="parTrans" cxnId="{A960CD65-7459-415A-80BE-C6EA8FE21323}">
      <dgm:prSet/>
      <dgm:spPr/>
      <dgm:t>
        <a:bodyPr/>
        <a:lstStyle/>
        <a:p>
          <a:endParaRPr lang="en-US"/>
        </a:p>
      </dgm:t>
    </dgm:pt>
    <dgm:pt modelId="{AB111699-862E-44AB-881F-7E3407B4B4A3}" type="sibTrans" cxnId="{A960CD65-7459-415A-80BE-C6EA8FE21323}">
      <dgm:prSet/>
      <dgm:spPr/>
      <dgm:t>
        <a:bodyPr/>
        <a:lstStyle/>
        <a:p>
          <a:endParaRPr lang="en-US"/>
        </a:p>
      </dgm:t>
    </dgm:pt>
    <dgm:pt modelId="{C43E3A0C-C4D4-4303-BB19-9E30DAA3CEC9}">
      <dgm:prSet/>
      <dgm:spPr/>
      <dgm:t>
        <a:bodyPr/>
        <a:lstStyle/>
        <a:p>
          <a:r>
            <a:rPr lang="en-US"/>
            <a:t>Training: Teaching the model with data</a:t>
          </a:r>
        </a:p>
      </dgm:t>
    </dgm:pt>
    <dgm:pt modelId="{61BCC83F-C4F7-4196-9290-384168137CE6}" type="parTrans" cxnId="{3D10CD25-2DE5-405B-A399-B9587380F490}">
      <dgm:prSet/>
      <dgm:spPr/>
      <dgm:t>
        <a:bodyPr/>
        <a:lstStyle/>
        <a:p>
          <a:endParaRPr lang="en-US"/>
        </a:p>
      </dgm:t>
    </dgm:pt>
    <dgm:pt modelId="{6B7DBB2B-B628-4716-AED8-316F6084A95C}" type="sibTrans" cxnId="{3D10CD25-2DE5-405B-A399-B9587380F490}">
      <dgm:prSet/>
      <dgm:spPr/>
      <dgm:t>
        <a:bodyPr/>
        <a:lstStyle/>
        <a:p>
          <a:endParaRPr lang="en-US"/>
        </a:p>
      </dgm:t>
    </dgm:pt>
    <dgm:pt modelId="{88A61097-F75B-42BD-8FC7-58BC3336725B}">
      <dgm:prSet/>
      <dgm:spPr/>
      <dgm:t>
        <a:bodyPr/>
        <a:lstStyle/>
        <a:p>
          <a:r>
            <a:rPr lang="en-US"/>
            <a:t>Validation: Testing on unseen data to assess performance</a:t>
          </a:r>
        </a:p>
      </dgm:t>
    </dgm:pt>
    <dgm:pt modelId="{FF73205A-11AA-43B7-AF28-2BBBE9BA7981}" type="parTrans" cxnId="{AC048736-8714-43B5-A9BB-32A5757C5B9F}">
      <dgm:prSet/>
      <dgm:spPr/>
      <dgm:t>
        <a:bodyPr/>
        <a:lstStyle/>
        <a:p>
          <a:endParaRPr lang="en-US"/>
        </a:p>
      </dgm:t>
    </dgm:pt>
    <dgm:pt modelId="{F3EADF91-47C4-4B58-B05E-6508702C8CEA}" type="sibTrans" cxnId="{AC048736-8714-43B5-A9BB-32A5757C5B9F}">
      <dgm:prSet/>
      <dgm:spPr/>
      <dgm:t>
        <a:bodyPr/>
        <a:lstStyle/>
        <a:p>
          <a:endParaRPr lang="en-US"/>
        </a:p>
      </dgm:t>
    </dgm:pt>
    <dgm:pt modelId="{D7B581C8-6D3F-498A-9667-71F84F6D7005}" type="pres">
      <dgm:prSet presAssocID="{72EC83B1-19EF-46B2-BF64-8FB80394DDE6}" presName="linear" presStyleCnt="0">
        <dgm:presLayoutVars>
          <dgm:animLvl val="lvl"/>
          <dgm:resizeHandles val="exact"/>
        </dgm:presLayoutVars>
      </dgm:prSet>
      <dgm:spPr/>
    </dgm:pt>
    <dgm:pt modelId="{F41A4B19-12B7-4220-860E-0039BBCB61E2}" type="pres">
      <dgm:prSet presAssocID="{C9A7529D-BAF3-4EA0-8ADB-874452A718E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F1AC997-A7C8-46CA-BE35-3040BD162383}" type="pres">
      <dgm:prSet presAssocID="{C769BEB1-3172-4A18-B373-FA0581453C91}" presName="spacer" presStyleCnt="0"/>
      <dgm:spPr/>
    </dgm:pt>
    <dgm:pt modelId="{8CD465BF-6540-4173-B45F-8EE543FA0746}" type="pres">
      <dgm:prSet presAssocID="{27181B31-1BBC-4F0D-86E0-FE4AA4818CB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B036F4E-319E-4D6F-BC33-E7F35EB48EE9}" type="pres">
      <dgm:prSet presAssocID="{AB111699-862E-44AB-881F-7E3407B4B4A3}" presName="spacer" presStyleCnt="0"/>
      <dgm:spPr/>
    </dgm:pt>
    <dgm:pt modelId="{FB4CCBF0-3A50-43C8-B4B4-3EBCDF1431F9}" type="pres">
      <dgm:prSet presAssocID="{C43E3A0C-C4D4-4303-BB19-9E30DAA3CEC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D173DBD-BF4E-4033-AE2A-198ED24C2910}" type="pres">
      <dgm:prSet presAssocID="{6B7DBB2B-B628-4716-AED8-316F6084A95C}" presName="spacer" presStyleCnt="0"/>
      <dgm:spPr/>
    </dgm:pt>
    <dgm:pt modelId="{BCC7D8EC-E51B-4C38-900C-67780579B57C}" type="pres">
      <dgm:prSet presAssocID="{88A61097-F75B-42BD-8FC7-58BC3336725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6509B18-6DA6-4C3F-A773-AAED05CFE987}" type="presOf" srcId="{27181B31-1BBC-4F0D-86E0-FE4AA4818CB3}" destId="{8CD465BF-6540-4173-B45F-8EE543FA0746}" srcOrd="0" destOrd="0" presId="urn:microsoft.com/office/officeart/2005/8/layout/vList2"/>
    <dgm:cxn modelId="{00916F1C-8A70-4624-9D34-65BB0766EED3}" srcId="{72EC83B1-19EF-46B2-BF64-8FB80394DDE6}" destId="{C9A7529D-BAF3-4EA0-8ADB-874452A718E6}" srcOrd="0" destOrd="0" parTransId="{1C41E990-6DDB-42D4-8FAC-82660B036576}" sibTransId="{C769BEB1-3172-4A18-B373-FA0581453C91}"/>
    <dgm:cxn modelId="{3D10CD25-2DE5-405B-A399-B9587380F490}" srcId="{72EC83B1-19EF-46B2-BF64-8FB80394DDE6}" destId="{C43E3A0C-C4D4-4303-BB19-9E30DAA3CEC9}" srcOrd="2" destOrd="0" parTransId="{61BCC83F-C4F7-4196-9290-384168137CE6}" sibTransId="{6B7DBB2B-B628-4716-AED8-316F6084A95C}"/>
    <dgm:cxn modelId="{AC048736-8714-43B5-A9BB-32A5757C5B9F}" srcId="{72EC83B1-19EF-46B2-BF64-8FB80394DDE6}" destId="{88A61097-F75B-42BD-8FC7-58BC3336725B}" srcOrd="3" destOrd="0" parTransId="{FF73205A-11AA-43B7-AF28-2BBBE9BA7981}" sibTransId="{F3EADF91-47C4-4B58-B05E-6508702C8CEA}"/>
    <dgm:cxn modelId="{A960CD65-7459-415A-80BE-C6EA8FE21323}" srcId="{72EC83B1-19EF-46B2-BF64-8FB80394DDE6}" destId="{27181B31-1BBC-4F0D-86E0-FE4AA4818CB3}" srcOrd="1" destOrd="0" parTransId="{4E963E29-BFF9-4143-B093-30D6A0FAA75E}" sibTransId="{AB111699-862E-44AB-881F-7E3407B4B4A3}"/>
    <dgm:cxn modelId="{0B55656C-03AF-4FEB-82FF-1FB0A135FB3E}" type="presOf" srcId="{C9A7529D-BAF3-4EA0-8ADB-874452A718E6}" destId="{F41A4B19-12B7-4220-860E-0039BBCB61E2}" srcOrd="0" destOrd="0" presId="urn:microsoft.com/office/officeart/2005/8/layout/vList2"/>
    <dgm:cxn modelId="{1C9C4850-2B60-48CA-A84E-8AB0E1BAB85F}" type="presOf" srcId="{C43E3A0C-C4D4-4303-BB19-9E30DAA3CEC9}" destId="{FB4CCBF0-3A50-43C8-B4B4-3EBCDF1431F9}" srcOrd="0" destOrd="0" presId="urn:microsoft.com/office/officeart/2005/8/layout/vList2"/>
    <dgm:cxn modelId="{C89C8894-941C-4934-83BB-22A46690F0D0}" type="presOf" srcId="{72EC83B1-19EF-46B2-BF64-8FB80394DDE6}" destId="{D7B581C8-6D3F-498A-9667-71F84F6D7005}" srcOrd="0" destOrd="0" presId="urn:microsoft.com/office/officeart/2005/8/layout/vList2"/>
    <dgm:cxn modelId="{C02C0AC4-D1F6-4EC8-A5B0-164C86F6F3AB}" type="presOf" srcId="{88A61097-F75B-42BD-8FC7-58BC3336725B}" destId="{BCC7D8EC-E51B-4C38-900C-67780579B57C}" srcOrd="0" destOrd="0" presId="urn:microsoft.com/office/officeart/2005/8/layout/vList2"/>
    <dgm:cxn modelId="{07C898BD-72A2-4A0B-A0EF-89F4EF5E71CB}" type="presParOf" srcId="{D7B581C8-6D3F-498A-9667-71F84F6D7005}" destId="{F41A4B19-12B7-4220-860E-0039BBCB61E2}" srcOrd="0" destOrd="0" presId="urn:microsoft.com/office/officeart/2005/8/layout/vList2"/>
    <dgm:cxn modelId="{B98D4182-4375-4C42-A213-B3E6B0CAA6C0}" type="presParOf" srcId="{D7B581C8-6D3F-498A-9667-71F84F6D7005}" destId="{1F1AC997-A7C8-46CA-BE35-3040BD162383}" srcOrd="1" destOrd="0" presId="urn:microsoft.com/office/officeart/2005/8/layout/vList2"/>
    <dgm:cxn modelId="{04215F84-F93C-48F0-ADB7-4223B1A8D55E}" type="presParOf" srcId="{D7B581C8-6D3F-498A-9667-71F84F6D7005}" destId="{8CD465BF-6540-4173-B45F-8EE543FA0746}" srcOrd="2" destOrd="0" presId="urn:microsoft.com/office/officeart/2005/8/layout/vList2"/>
    <dgm:cxn modelId="{AC7B377D-C710-478C-A6FF-49F8A9CDFF71}" type="presParOf" srcId="{D7B581C8-6D3F-498A-9667-71F84F6D7005}" destId="{7B036F4E-319E-4D6F-BC33-E7F35EB48EE9}" srcOrd="3" destOrd="0" presId="urn:microsoft.com/office/officeart/2005/8/layout/vList2"/>
    <dgm:cxn modelId="{4236DFAB-18FC-4969-B423-22613F5CA448}" type="presParOf" srcId="{D7B581C8-6D3F-498A-9667-71F84F6D7005}" destId="{FB4CCBF0-3A50-43C8-B4B4-3EBCDF1431F9}" srcOrd="4" destOrd="0" presId="urn:microsoft.com/office/officeart/2005/8/layout/vList2"/>
    <dgm:cxn modelId="{04D093B8-5678-4EFC-91DA-5EBC11990E61}" type="presParOf" srcId="{D7B581C8-6D3F-498A-9667-71F84F6D7005}" destId="{6D173DBD-BF4E-4033-AE2A-198ED24C2910}" srcOrd="5" destOrd="0" presId="urn:microsoft.com/office/officeart/2005/8/layout/vList2"/>
    <dgm:cxn modelId="{9EFDF0C8-4EAB-407B-9EEA-D1F44E5B9205}" type="presParOf" srcId="{D7B581C8-6D3F-498A-9667-71F84F6D7005}" destId="{BCC7D8EC-E51B-4C38-900C-67780579B57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865D19C-11B8-49C0-AB01-CEDEE3ED0DA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C970174-5FE6-4B66-BC20-53ED53C85EF3}">
      <dgm:prSet/>
      <dgm:spPr/>
      <dgm:t>
        <a:bodyPr/>
        <a:lstStyle/>
        <a:p>
          <a:pPr>
            <a:defRPr cap="all"/>
          </a:pPr>
          <a:r>
            <a:rPr lang="en-US"/>
            <a:t>Model memorizes training data instead of learning patterns</a:t>
          </a:r>
        </a:p>
      </dgm:t>
    </dgm:pt>
    <dgm:pt modelId="{75B3F018-CC0A-438E-831D-C89903862B22}" type="parTrans" cxnId="{1CCF08C6-4242-4C62-97C7-F1C918A5DEF5}">
      <dgm:prSet/>
      <dgm:spPr/>
      <dgm:t>
        <a:bodyPr/>
        <a:lstStyle/>
        <a:p>
          <a:endParaRPr lang="en-US"/>
        </a:p>
      </dgm:t>
    </dgm:pt>
    <dgm:pt modelId="{8D485BDF-918F-4819-A472-DFB816EB081C}" type="sibTrans" cxnId="{1CCF08C6-4242-4C62-97C7-F1C918A5DEF5}">
      <dgm:prSet/>
      <dgm:spPr/>
      <dgm:t>
        <a:bodyPr/>
        <a:lstStyle/>
        <a:p>
          <a:endParaRPr lang="en-US"/>
        </a:p>
      </dgm:t>
    </dgm:pt>
    <dgm:pt modelId="{05C59C54-9177-49AF-A8B4-4BB27C9978C5}">
      <dgm:prSet/>
      <dgm:spPr/>
      <dgm:t>
        <a:bodyPr/>
        <a:lstStyle/>
        <a:p>
          <a:pPr>
            <a:defRPr cap="all"/>
          </a:pPr>
          <a:r>
            <a:rPr lang="en-US"/>
            <a:t>Leads to poor performance on new, unseen data</a:t>
          </a:r>
        </a:p>
      </dgm:t>
    </dgm:pt>
    <dgm:pt modelId="{B903FF67-2389-4514-B682-B537DA5CB151}" type="parTrans" cxnId="{74479F28-16A5-44A5-A941-5A8F4887834D}">
      <dgm:prSet/>
      <dgm:spPr/>
      <dgm:t>
        <a:bodyPr/>
        <a:lstStyle/>
        <a:p>
          <a:endParaRPr lang="en-US"/>
        </a:p>
      </dgm:t>
    </dgm:pt>
    <dgm:pt modelId="{6114AAC3-8A08-497F-99DF-E874EF5433E2}" type="sibTrans" cxnId="{74479F28-16A5-44A5-A941-5A8F4887834D}">
      <dgm:prSet/>
      <dgm:spPr/>
      <dgm:t>
        <a:bodyPr/>
        <a:lstStyle/>
        <a:p>
          <a:endParaRPr lang="en-US"/>
        </a:p>
      </dgm:t>
    </dgm:pt>
    <dgm:pt modelId="{923F2048-B4C4-4E00-A64D-FC36324EDAE2}">
      <dgm:prSet/>
      <dgm:spPr/>
      <dgm:t>
        <a:bodyPr/>
        <a:lstStyle/>
        <a:p>
          <a:pPr>
            <a:defRPr cap="all"/>
          </a:pPr>
          <a:r>
            <a:rPr lang="en-US"/>
            <a:t>Techniques to avoid: Regularization, Cross-validation</a:t>
          </a:r>
        </a:p>
      </dgm:t>
    </dgm:pt>
    <dgm:pt modelId="{27B6DB21-EECD-4173-BF06-5484765C740A}" type="parTrans" cxnId="{CEF0368A-B634-4783-A405-AB6339791A27}">
      <dgm:prSet/>
      <dgm:spPr/>
      <dgm:t>
        <a:bodyPr/>
        <a:lstStyle/>
        <a:p>
          <a:endParaRPr lang="en-US"/>
        </a:p>
      </dgm:t>
    </dgm:pt>
    <dgm:pt modelId="{339CB6D0-C50C-428E-9CF1-831B8DEEBD92}" type="sibTrans" cxnId="{CEF0368A-B634-4783-A405-AB6339791A27}">
      <dgm:prSet/>
      <dgm:spPr/>
      <dgm:t>
        <a:bodyPr/>
        <a:lstStyle/>
        <a:p>
          <a:endParaRPr lang="en-US"/>
        </a:p>
      </dgm:t>
    </dgm:pt>
    <dgm:pt modelId="{C19305F2-D403-4BD8-9D4B-5F1C4078C174}" type="pres">
      <dgm:prSet presAssocID="{B865D19C-11B8-49C0-AB01-CEDEE3ED0DAF}" presName="root" presStyleCnt="0">
        <dgm:presLayoutVars>
          <dgm:dir/>
          <dgm:resizeHandles val="exact"/>
        </dgm:presLayoutVars>
      </dgm:prSet>
      <dgm:spPr/>
    </dgm:pt>
    <dgm:pt modelId="{4DDE23AB-AD36-4B27-8F26-9BCF4F8D9176}" type="pres">
      <dgm:prSet presAssocID="{9C970174-5FE6-4B66-BC20-53ED53C85EF3}" presName="compNode" presStyleCnt="0"/>
      <dgm:spPr/>
    </dgm:pt>
    <dgm:pt modelId="{8E793A43-0E37-4C05-8999-C33CA7774603}" type="pres">
      <dgm:prSet presAssocID="{9C970174-5FE6-4B66-BC20-53ED53C85EF3}" presName="iconBgRect" presStyleLbl="bgShp" presStyleIdx="0" presStyleCnt="3"/>
      <dgm:spPr/>
    </dgm:pt>
    <dgm:pt modelId="{E6E89AC0-254E-40B4-B234-048EC09266F6}" type="pres">
      <dgm:prSet presAssocID="{9C970174-5FE6-4B66-BC20-53ED53C85EF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56EEC66-4B71-4725-AFDA-E92B023A024C}" type="pres">
      <dgm:prSet presAssocID="{9C970174-5FE6-4B66-BC20-53ED53C85EF3}" presName="spaceRect" presStyleCnt="0"/>
      <dgm:spPr/>
    </dgm:pt>
    <dgm:pt modelId="{987D2F07-AA73-4D6D-BF95-89ACA3291295}" type="pres">
      <dgm:prSet presAssocID="{9C970174-5FE6-4B66-BC20-53ED53C85EF3}" presName="textRect" presStyleLbl="revTx" presStyleIdx="0" presStyleCnt="3">
        <dgm:presLayoutVars>
          <dgm:chMax val="1"/>
          <dgm:chPref val="1"/>
        </dgm:presLayoutVars>
      </dgm:prSet>
      <dgm:spPr/>
    </dgm:pt>
    <dgm:pt modelId="{D26976DD-F277-4D87-99A9-61E906A22599}" type="pres">
      <dgm:prSet presAssocID="{8D485BDF-918F-4819-A472-DFB816EB081C}" presName="sibTrans" presStyleCnt="0"/>
      <dgm:spPr/>
    </dgm:pt>
    <dgm:pt modelId="{00F28976-BA9C-414F-86B9-65910F5FA181}" type="pres">
      <dgm:prSet presAssocID="{05C59C54-9177-49AF-A8B4-4BB27C9978C5}" presName="compNode" presStyleCnt="0"/>
      <dgm:spPr/>
    </dgm:pt>
    <dgm:pt modelId="{AD37EA24-2BDB-47D1-B34C-BC4D4CDC7CEC}" type="pres">
      <dgm:prSet presAssocID="{05C59C54-9177-49AF-A8B4-4BB27C9978C5}" presName="iconBgRect" presStyleLbl="bgShp" presStyleIdx="1" presStyleCnt="3"/>
      <dgm:spPr/>
    </dgm:pt>
    <dgm:pt modelId="{C6ACF0E6-6A14-4E76-9BB0-6994898BCF31}" type="pres">
      <dgm:prSet presAssocID="{05C59C54-9177-49AF-A8B4-4BB27C9978C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ind"/>
        </a:ext>
      </dgm:extLst>
    </dgm:pt>
    <dgm:pt modelId="{4D53D981-572B-40AD-96CA-58224A18A53D}" type="pres">
      <dgm:prSet presAssocID="{05C59C54-9177-49AF-A8B4-4BB27C9978C5}" presName="spaceRect" presStyleCnt="0"/>
      <dgm:spPr/>
    </dgm:pt>
    <dgm:pt modelId="{FB97F6BC-2A11-4E5D-9D8E-1720E3B08392}" type="pres">
      <dgm:prSet presAssocID="{05C59C54-9177-49AF-A8B4-4BB27C9978C5}" presName="textRect" presStyleLbl="revTx" presStyleIdx="1" presStyleCnt="3">
        <dgm:presLayoutVars>
          <dgm:chMax val="1"/>
          <dgm:chPref val="1"/>
        </dgm:presLayoutVars>
      </dgm:prSet>
      <dgm:spPr/>
    </dgm:pt>
    <dgm:pt modelId="{B07ABC42-F596-4E6E-84AF-07CBD915AB1A}" type="pres">
      <dgm:prSet presAssocID="{6114AAC3-8A08-497F-99DF-E874EF5433E2}" presName="sibTrans" presStyleCnt="0"/>
      <dgm:spPr/>
    </dgm:pt>
    <dgm:pt modelId="{2EA68F7F-6816-4DE7-87CA-D5B6D4E936AF}" type="pres">
      <dgm:prSet presAssocID="{923F2048-B4C4-4E00-A64D-FC36324EDAE2}" presName="compNode" presStyleCnt="0"/>
      <dgm:spPr/>
    </dgm:pt>
    <dgm:pt modelId="{D8C0399F-6721-405D-9A6D-20229FD77E1E}" type="pres">
      <dgm:prSet presAssocID="{923F2048-B4C4-4E00-A64D-FC36324EDAE2}" presName="iconBgRect" presStyleLbl="bgShp" presStyleIdx="2" presStyleCnt="3"/>
      <dgm:spPr/>
    </dgm:pt>
    <dgm:pt modelId="{7352555D-5134-4699-A762-2B289EE431DD}" type="pres">
      <dgm:prSet presAssocID="{923F2048-B4C4-4E00-A64D-FC36324EDAE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E3A73C21-FA57-4749-B1BB-233811EEBD59}" type="pres">
      <dgm:prSet presAssocID="{923F2048-B4C4-4E00-A64D-FC36324EDAE2}" presName="spaceRect" presStyleCnt="0"/>
      <dgm:spPr/>
    </dgm:pt>
    <dgm:pt modelId="{94932E8E-CC5C-422C-A149-0126483A7F6C}" type="pres">
      <dgm:prSet presAssocID="{923F2048-B4C4-4E00-A64D-FC36324EDAE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4479F28-16A5-44A5-A941-5A8F4887834D}" srcId="{B865D19C-11B8-49C0-AB01-CEDEE3ED0DAF}" destId="{05C59C54-9177-49AF-A8B4-4BB27C9978C5}" srcOrd="1" destOrd="0" parTransId="{B903FF67-2389-4514-B682-B537DA5CB151}" sibTransId="{6114AAC3-8A08-497F-99DF-E874EF5433E2}"/>
    <dgm:cxn modelId="{156B2C36-6852-4760-A6D4-4477B3A473A4}" type="presOf" srcId="{9C970174-5FE6-4B66-BC20-53ED53C85EF3}" destId="{987D2F07-AA73-4D6D-BF95-89ACA3291295}" srcOrd="0" destOrd="0" presId="urn:microsoft.com/office/officeart/2018/5/layout/IconCircleLabelList"/>
    <dgm:cxn modelId="{7699EA62-7748-4A14-8046-462693B0BEE8}" type="presOf" srcId="{05C59C54-9177-49AF-A8B4-4BB27C9978C5}" destId="{FB97F6BC-2A11-4E5D-9D8E-1720E3B08392}" srcOrd="0" destOrd="0" presId="urn:microsoft.com/office/officeart/2018/5/layout/IconCircleLabelList"/>
    <dgm:cxn modelId="{1DDBF365-DB85-408C-BC0D-1DAC15F76129}" type="presOf" srcId="{B865D19C-11B8-49C0-AB01-CEDEE3ED0DAF}" destId="{C19305F2-D403-4BD8-9D4B-5F1C4078C174}" srcOrd="0" destOrd="0" presId="urn:microsoft.com/office/officeart/2018/5/layout/IconCircleLabelList"/>
    <dgm:cxn modelId="{CEF0368A-B634-4783-A405-AB6339791A27}" srcId="{B865D19C-11B8-49C0-AB01-CEDEE3ED0DAF}" destId="{923F2048-B4C4-4E00-A64D-FC36324EDAE2}" srcOrd="2" destOrd="0" parTransId="{27B6DB21-EECD-4173-BF06-5484765C740A}" sibTransId="{339CB6D0-C50C-428E-9CF1-831B8DEEBD92}"/>
    <dgm:cxn modelId="{FCF2D29A-947C-4A28-B6D3-D8C163E38E84}" type="presOf" srcId="{923F2048-B4C4-4E00-A64D-FC36324EDAE2}" destId="{94932E8E-CC5C-422C-A149-0126483A7F6C}" srcOrd="0" destOrd="0" presId="urn:microsoft.com/office/officeart/2018/5/layout/IconCircleLabelList"/>
    <dgm:cxn modelId="{1CCF08C6-4242-4C62-97C7-F1C918A5DEF5}" srcId="{B865D19C-11B8-49C0-AB01-CEDEE3ED0DAF}" destId="{9C970174-5FE6-4B66-BC20-53ED53C85EF3}" srcOrd="0" destOrd="0" parTransId="{75B3F018-CC0A-438E-831D-C89903862B22}" sibTransId="{8D485BDF-918F-4819-A472-DFB816EB081C}"/>
    <dgm:cxn modelId="{814D6EA7-2450-465E-A243-012F2A256996}" type="presParOf" srcId="{C19305F2-D403-4BD8-9D4B-5F1C4078C174}" destId="{4DDE23AB-AD36-4B27-8F26-9BCF4F8D9176}" srcOrd="0" destOrd="0" presId="urn:microsoft.com/office/officeart/2018/5/layout/IconCircleLabelList"/>
    <dgm:cxn modelId="{8E7A5644-DA07-4FA6-A834-6EBF2D9905D6}" type="presParOf" srcId="{4DDE23AB-AD36-4B27-8F26-9BCF4F8D9176}" destId="{8E793A43-0E37-4C05-8999-C33CA7774603}" srcOrd="0" destOrd="0" presId="urn:microsoft.com/office/officeart/2018/5/layout/IconCircleLabelList"/>
    <dgm:cxn modelId="{71AC099B-86A8-45B1-B686-F46B0072F54F}" type="presParOf" srcId="{4DDE23AB-AD36-4B27-8F26-9BCF4F8D9176}" destId="{E6E89AC0-254E-40B4-B234-048EC09266F6}" srcOrd="1" destOrd="0" presId="urn:microsoft.com/office/officeart/2018/5/layout/IconCircleLabelList"/>
    <dgm:cxn modelId="{66CCD6B7-7E74-4988-A65C-9EA081849F3A}" type="presParOf" srcId="{4DDE23AB-AD36-4B27-8F26-9BCF4F8D9176}" destId="{E56EEC66-4B71-4725-AFDA-E92B023A024C}" srcOrd="2" destOrd="0" presId="urn:microsoft.com/office/officeart/2018/5/layout/IconCircleLabelList"/>
    <dgm:cxn modelId="{8CFB0BF6-E8DC-46BD-9B78-A385A6207A52}" type="presParOf" srcId="{4DDE23AB-AD36-4B27-8F26-9BCF4F8D9176}" destId="{987D2F07-AA73-4D6D-BF95-89ACA3291295}" srcOrd="3" destOrd="0" presId="urn:microsoft.com/office/officeart/2018/5/layout/IconCircleLabelList"/>
    <dgm:cxn modelId="{69BBB76B-E947-4A51-B97F-13654168841A}" type="presParOf" srcId="{C19305F2-D403-4BD8-9D4B-5F1C4078C174}" destId="{D26976DD-F277-4D87-99A9-61E906A22599}" srcOrd="1" destOrd="0" presId="urn:microsoft.com/office/officeart/2018/5/layout/IconCircleLabelList"/>
    <dgm:cxn modelId="{ACC6C235-07CC-41DE-96B4-0864713BF7CD}" type="presParOf" srcId="{C19305F2-D403-4BD8-9D4B-5F1C4078C174}" destId="{00F28976-BA9C-414F-86B9-65910F5FA181}" srcOrd="2" destOrd="0" presId="urn:microsoft.com/office/officeart/2018/5/layout/IconCircleLabelList"/>
    <dgm:cxn modelId="{EB11A9C4-DF24-4DA7-A955-03FEA57A1A1C}" type="presParOf" srcId="{00F28976-BA9C-414F-86B9-65910F5FA181}" destId="{AD37EA24-2BDB-47D1-B34C-BC4D4CDC7CEC}" srcOrd="0" destOrd="0" presId="urn:microsoft.com/office/officeart/2018/5/layout/IconCircleLabelList"/>
    <dgm:cxn modelId="{669ECD33-8C13-4758-9523-454B0FFBED16}" type="presParOf" srcId="{00F28976-BA9C-414F-86B9-65910F5FA181}" destId="{C6ACF0E6-6A14-4E76-9BB0-6994898BCF31}" srcOrd="1" destOrd="0" presId="urn:microsoft.com/office/officeart/2018/5/layout/IconCircleLabelList"/>
    <dgm:cxn modelId="{9A108643-732E-4DB0-8C4F-3429E1D33716}" type="presParOf" srcId="{00F28976-BA9C-414F-86B9-65910F5FA181}" destId="{4D53D981-572B-40AD-96CA-58224A18A53D}" srcOrd="2" destOrd="0" presId="urn:microsoft.com/office/officeart/2018/5/layout/IconCircleLabelList"/>
    <dgm:cxn modelId="{8E75C2CD-7652-4694-81B2-93C90687CABB}" type="presParOf" srcId="{00F28976-BA9C-414F-86B9-65910F5FA181}" destId="{FB97F6BC-2A11-4E5D-9D8E-1720E3B08392}" srcOrd="3" destOrd="0" presId="urn:microsoft.com/office/officeart/2018/5/layout/IconCircleLabelList"/>
    <dgm:cxn modelId="{8B956783-D0B4-41D0-AC22-D4A5E8D0B60E}" type="presParOf" srcId="{C19305F2-D403-4BD8-9D4B-5F1C4078C174}" destId="{B07ABC42-F596-4E6E-84AF-07CBD915AB1A}" srcOrd="3" destOrd="0" presId="urn:microsoft.com/office/officeart/2018/5/layout/IconCircleLabelList"/>
    <dgm:cxn modelId="{6D988F75-5C0A-4ED5-9F20-7416E15DFB72}" type="presParOf" srcId="{C19305F2-D403-4BD8-9D4B-5F1C4078C174}" destId="{2EA68F7F-6816-4DE7-87CA-D5B6D4E936AF}" srcOrd="4" destOrd="0" presId="urn:microsoft.com/office/officeart/2018/5/layout/IconCircleLabelList"/>
    <dgm:cxn modelId="{C479F45C-4FAE-41AD-8B5D-678FC99FAEBC}" type="presParOf" srcId="{2EA68F7F-6816-4DE7-87CA-D5B6D4E936AF}" destId="{D8C0399F-6721-405D-9A6D-20229FD77E1E}" srcOrd="0" destOrd="0" presId="urn:microsoft.com/office/officeart/2018/5/layout/IconCircleLabelList"/>
    <dgm:cxn modelId="{D8448A35-F27E-45F0-A3C3-1450259F00B2}" type="presParOf" srcId="{2EA68F7F-6816-4DE7-87CA-D5B6D4E936AF}" destId="{7352555D-5134-4699-A762-2B289EE431DD}" srcOrd="1" destOrd="0" presId="urn:microsoft.com/office/officeart/2018/5/layout/IconCircleLabelList"/>
    <dgm:cxn modelId="{8B8B989D-44C6-4E19-B549-C258D5EF9B8E}" type="presParOf" srcId="{2EA68F7F-6816-4DE7-87CA-D5B6D4E936AF}" destId="{E3A73C21-FA57-4749-B1BB-233811EEBD59}" srcOrd="2" destOrd="0" presId="urn:microsoft.com/office/officeart/2018/5/layout/IconCircleLabelList"/>
    <dgm:cxn modelId="{AF9E95F9-2BD1-46DC-916B-F08C9F97CD55}" type="presParOf" srcId="{2EA68F7F-6816-4DE7-87CA-D5B6D4E936AF}" destId="{94932E8E-CC5C-422C-A149-0126483A7F6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42B10A8-B4EC-42CD-B978-2750CD878AF9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E7EC46-3914-4451-A439-A6C59C050210}">
      <dgm:prSet/>
      <dgm:spPr/>
      <dgm:t>
        <a:bodyPr/>
        <a:lstStyle/>
        <a:p>
          <a:r>
            <a:rPr lang="en-US"/>
            <a:t>TensorFlow: Developed by Google, widely used in production</a:t>
          </a:r>
        </a:p>
      </dgm:t>
    </dgm:pt>
    <dgm:pt modelId="{FA0AB725-DB18-4B02-BEDF-4E54C6CFD7DB}" type="parTrans" cxnId="{A5530130-66F8-41E5-A1D6-1E7074B88E43}">
      <dgm:prSet/>
      <dgm:spPr/>
      <dgm:t>
        <a:bodyPr/>
        <a:lstStyle/>
        <a:p>
          <a:endParaRPr lang="en-US"/>
        </a:p>
      </dgm:t>
    </dgm:pt>
    <dgm:pt modelId="{F56CECCB-C5AC-49BF-B963-F3762E31FA1B}" type="sibTrans" cxnId="{A5530130-66F8-41E5-A1D6-1E7074B88E43}">
      <dgm:prSet/>
      <dgm:spPr/>
      <dgm:t>
        <a:bodyPr/>
        <a:lstStyle/>
        <a:p>
          <a:endParaRPr lang="en-US"/>
        </a:p>
      </dgm:t>
    </dgm:pt>
    <dgm:pt modelId="{7CE1C32B-20DC-4381-BAC8-04C104414715}">
      <dgm:prSet/>
      <dgm:spPr/>
      <dgm:t>
        <a:bodyPr/>
        <a:lstStyle/>
        <a:p>
          <a:r>
            <a:rPr lang="en-US"/>
            <a:t>PyTorch: Favored by researchers for flexibility</a:t>
          </a:r>
        </a:p>
      </dgm:t>
    </dgm:pt>
    <dgm:pt modelId="{74C5ACF8-5747-4E72-B139-1438389921E9}" type="parTrans" cxnId="{AC07D3C5-9513-4533-AA04-03C1309A8CA8}">
      <dgm:prSet/>
      <dgm:spPr/>
      <dgm:t>
        <a:bodyPr/>
        <a:lstStyle/>
        <a:p>
          <a:endParaRPr lang="en-US"/>
        </a:p>
      </dgm:t>
    </dgm:pt>
    <dgm:pt modelId="{4D87A7CD-45E4-4228-96E8-762F06CAA781}" type="sibTrans" cxnId="{AC07D3C5-9513-4533-AA04-03C1309A8CA8}">
      <dgm:prSet/>
      <dgm:spPr/>
      <dgm:t>
        <a:bodyPr/>
        <a:lstStyle/>
        <a:p>
          <a:endParaRPr lang="en-US"/>
        </a:p>
      </dgm:t>
    </dgm:pt>
    <dgm:pt modelId="{894D97D4-B53A-4668-BB26-F99B6D20659B}">
      <dgm:prSet/>
      <dgm:spPr/>
      <dgm:t>
        <a:bodyPr/>
        <a:lstStyle/>
        <a:p>
          <a:r>
            <a:rPr lang="en-US"/>
            <a:t>scikit-learn: Excellent for traditional ML algorithms</a:t>
          </a:r>
        </a:p>
      </dgm:t>
    </dgm:pt>
    <dgm:pt modelId="{24C1BAD3-1199-4287-A70E-9BB9B877398C}" type="parTrans" cxnId="{51FE62AB-5C96-4BFB-83FB-764AB0BA8F11}">
      <dgm:prSet/>
      <dgm:spPr/>
      <dgm:t>
        <a:bodyPr/>
        <a:lstStyle/>
        <a:p>
          <a:endParaRPr lang="en-US"/>
        </a:p>
      </dgm:t>
    </dgm:pt>
    <dgm:pt modelId="{BC5AEA5B-91B7-4FBB-B383-ED94F727B373}" type="sibTrans" cxnId="{51FE62AB-5C96-4BFB-83FB-764AB0BA8F11}">
      <dgm:prSet/>
      <dgm:spPr/>
      <dgm:t>
        <a:bodyPr/>
        <a:lstStyle/>
        <a:p>
          <a:endParaRPr lang="en-US"/>
        </a:p>
      </dgm:t>
    </dgm:pt>
    <dgm:pt modelId="{B4891FB2-5233-4F8F-9100-F06A6749D553}">
      <dgm:prSet/>
      <dgm:spPr/>
      <dgm:t>
        <a:bodyPr/>
        <a:lstStyle/>
        <a:p>
          <a:r>
            <a:rPr lang="en-US"/>
            <a:t>Keras: High-level API for easy model building</a:t>
          </a:r>
        </a:p>
      </dgm:t>
    </dgm:pt>
    <dgm:pt modelId="{580A65D1-155C-4DEE-AFA8-4EB92D4DD8CD}" type="parTrans" cxnId="{DA9FB2E7-A912-45E6-B247-7FF161983655}">
      <dgm:prSet/>
      <dgm:spPr/>
      <dgm:t>
        <a:bodyPr/>
        <a:lstStyle/>
        <a:p>
          <a:endParaRPr lang="en-US"/>
        </a:p>
      </dgm:t>
    </dgm:pt>
    <dgm:pt modelId="{04219705-B0B8-431A-8EC3-26E92EBC7FEB}" type="sibTrans" cxnId="{DA9FB2E7-A912-45E6-B247-7FF161983655}">
      <dgm:prSet/>
      <dgm:spPr/>
      <dgm:t>
        <a:bodyPr/>
        <a:lstStyle/>
        <a:p>
          <a:endParaRPr lang="en-US"/>
        </a:p>
      </dgm:t>
    </dgm:pt>
    <dgm:pt modelId="{8DA5456E-167C-4B2D-8539-7D97D8887B7C}" type="pres">
      <dgm:prSet presAssocID="{942B10A8-B4EC-42CD-B978-2750CD878AF9}" presName="diagram" presStyleCnt="0">
        <dgm:presLayoutVars>
          <dgm:dir/>
          <dgm:resizeHandles val="exact"/>
        </dgm:presLayoutVars>
      </dgm:prSet>
      <dgm:spPr/>
    </dgm:pt>
    <dgm:pt modelId="{ED2A48A6-60A0-4B4B-A946-7CFB37255EB3}" type="pres">
      <dgm:prSet presAssocID="{72E7EC46-3914-4451-A439-A6C59C050210}" presName="node" presStyleLbl="node1" presStyleIdx="0" presStyleCnt="4">
        <dgm:presLayoutVars>
          <dgm:bulletEnabled val="1"/>
        </dgm:presLayoutVars>
      </dgm:prSet>
      <dgm:spPr/>
    </dgm:pt>
    <dgm:pt modelId="{609AEF4D-9D20-4672-8410-00771FF51B22}" type="pres">
      <dgm:prSet presAssocID="{F56CECCB-C5AC-49BF-B963-F3762E31FA1B}" presName="sibTrans" presStyleCnt="0"/>
      <dgm:spPr/>
    </dgm:pt>
    <dgm:pt modelId="{F1050116-B653-4E4A-BAFF-A9FCCAB8BB19}" type="pres">
      <dgm:prSet presAssocID="{7CE1C32B-20DC-4381-BAC8-04C104414715}" presName="node" presStyleLbl="node1" presStyleIdx="1" presStyleCnt="4">
        <dgm:presLayoutVars>
          <dgm:bulletEnabled val="1"/>
        </dgm:presLayoutVars>
      </dgm:prSet>
      <dgm:spPr/>
    </dgm:pt>
    <dgm:pt modelId="{AFC3571C-B48C-496A-84C9-7731D9E9FEE6}" type="pres">
      <dgm:prSet presAssocID="{4D87A7CD-45E4-4228-96E8-762F06CAA781}" presName="sibTrans" presStyleCnt="0"/>
      <dgm:spPr/>
    </dgm:pt>
    <dgm:pt modelId="{2F0900F5-8075-42A1-B2C6-F092CF717824}" type="pres">
      <dgm:prSet presAssocID="{894D97D4-B53A-4668-BB26-F99B6D20659B}" presName="node" presStyleLbl="node1" presStyleIdx="2" presStyleCnt="4">
        <dgm:presLayoutVars>
          <dgm:bulletEnabled val="1"/>
        </dgm:presLayoutVars>
      </dgm:prSet>
      <dgm:spPr/>
    </dgm:pt>
    <dgm:pt modelId="{5FAC072F-3884-40EC-BA9A-FCB51CC47D0E}" type="pres">
      <dgm:prSet presAssocID="{BC5AEA5B-91B7-4FBB-B383-ED94F727B373}" presName="sibTrans" presStyleCnt="0"/>
      <dgm:spPr/>
    </dgm:pt>
    <dgm:pt modelId="{FA4091CB-4D3D-4874-990D-5BFEA2546FF7}" type="pres">
      <dgm:prSet presAssocID="{B4891FB2-5233-4F8F-9100-F06A6749D553}" presName="node" presStyleLbl="node1" presStyleIdx="3" presStyleCnt="4">
        <dgm:presLayoutVars>
          <dgm:bulletEnabled val="1"/>
        </dgm:presLayoutVars>
      </dgm:prSet>
      <dgm:spPr/>
    </dgm:pt>
  </dgm:ptLst>
  <dgm:cxnLst>
    <dgm:cxn modelId="{622A670F-48FC-4AB7-A1E2-17318086F41A}" type="presOf" srcId="{B4891FB2-5233-4F8F-9100-F06A6749D553}" destId="{FA4091CB-4D3D-4874-990D-5BFEA2546FF7}" srcOrd="0" destOrd="0" presId="urn:microsoft.com/office/officeart/2005/8/layout/default"/>
    <dgm:cxn modelId="{A146D424-7F2F-4959-9BA1-447BC32ED192}" type="presOf" srcId="{942B10A8-B4EC-42CD-B978-2750CD878AF9}" destId="{8DA5456E-167C-4B2D-8539-7D97D8887B7C}" srcOrd="0" destOrd="0" presId="urn:microsoft.com/office/officeart/2005/8/layout/default"/>
    <dgm:cxn modelId="{A5530130-66F8-41E5-A1D6-1E7074B88E43}" srcId="{942B10A8-B4EC-42CD-B978-2750CD878AF9}" destId="{72E7EC46-3914-4451-A439-A6C59C050210}" srcOrd="0" destOrd="0" parTransId="{FA0AB725-DB18-4B02-BEDF-4E54C6CFD7DB}" sibTransId="{F56CECCB-C5AC-49BF-B963-F3762E31FA1B}"/>
    <dgm:cxn modelId="{51FE62AB-5C96-4BFB-83FB-764AB0BA8F11}" srcId="{942B10A8-B4EC-42CD-B978-2750CD878AF9}" destId="{894D97D4-B53A-4668-BB26-F99B6D20659B}" srcOrd="2" destOrd="0" parTransId="{24C1BAD3-1199-4287-A70E-9BB9B877398C}" sibTransId="{BC5AEA5B-91B7-4FBB-B383-ED94F727B373}"/>
    <dgm:cxn modelId="{AC07D3C5-9513-4533-AA04-03C1309A8CA8}" srcId="{942B10A8-B4EC-42CD-B978-2750CD878AF9}" destId="{7CE1C32B-20DC-4381-BAC8-04C104414715}" srcOrd="1" destOrd="0" parTransId="{74C5ACF8-5747-4E72-B139-1438389921E9}" sibTransId="{4D87A7CD-45E4-4228-96E8-762F06CAA781}"/>
    <dgm:cxn modelId="{72F7BEDD-4269-4BC5-9526-C500902235D1}" type="presOf" srcId="{894D97D4-B53A-4668-BB26-F99B6D20659B}" destId="{2F0900F5-8075-42A1-B2C6-F092CF717824}" srcOrd="0" destOrd="0" presId="urn:microsoft.com/office/officeart/2005/8/layout/default"/>
    <dgm:cxn modelId="{DA9FB2E7-A912-45E6-B247-7FF161983655}" srcId="{942B10A8-B4EC-42CD-B978-2750CD878AF9}" destId="{B4891FB2-5233-4F8F-9100-F06A6749D553}" srcOrd="3" destOrd="0" parTransId="{580A65D1-155C-4DEE-AFA8-4EB92D4DD8CD}" sibTransId="{04219705-B0B8-431A-8EC3-26E92EBC7FEB}"/>
    <dgm:cxn modelId="{B93DF1F8-3398-4ECF-ABAE-E27B2BE87932}" type="presOf" srcId="{72E7EC46-3914-4451-A439-A6C59C050210}" destId="{ED2A48A6-60A0-4B4B-A946-7CFB37255EB3}" srcOrd="0" destOrd="0" presId="urn:microsoft.com/office/officeart/2005/8/layout/default"/>
    <dgm:cxn modelId="{6144D9FD-D471-41F9-B629-3D3285B06DAF}" type="presOf" srcId="{7CE1C32B-20DC-4381-BAC8-04C104414715}" destId="{F1050116-B653-4E4A-BAFF-A9FCCAB8BB19}" srcOrd="0" destOrd="0" presId="urn:microsoft.com/office/officeart/2005/8/layout/default"/>
    <dgm:cxn modelId="{964BD763-DE9E-43CE-9AE1-749CAAACB44D}" type="presParOf" srcId="{8DA5456E-167C-4B2D-8539-7D97D8887B7C}" destId="{ED2A48A6-60A0-4B4B-A946-7CFB37255EB3}" srcOrd="0" destOrd="0" presId="urn:microsoft.com/office/officeart/2005/8/layout/default"/>
    <dgm:cxn modelId="{D02B6043-15F7-467E-A3CD-341648486327}" type="presParOf" srcId="{8DA5456E-167C-4B2D-8539-7D97D8887B7C}" destId="{609AEF4D-9D20-4672-8410-00771FF51B22}" srcOrd="1" destOrd="0" presId="urn:microsoft.com/office/officeart/2005/8/layout/default"/>
    <dgm:cxn modelId="{2AF051AD-0569-4EAE-B09D-B554D01F3F7E}" type="presParOf" srcId="{8DA5456E-167C-4B2D-8539-7D97D8887B7C}" destId="{F1050116-B653-4E4A-BAFF-A9FCCAB8BB19}" srcOrd="2" destOrd="0" presId="urn:microsoft.com/office/officeart/2005/8/layout/default"/>
    <dgm:cxn modelId="{C3A22A1F-AD08-47DF-AACE-A96D89FD9CA6}" type="presParOf" srcId="{8DA5456E-167C-4B2D-8539-7D97D8887B7C}" destId="{AFC3571C-B48C-496A-84C9-7731D9E9FEE6}" srcOrd="3" destOrd="0" presId="urn:microsoft.com/office/officeart/2005/8/layout/default"/>
    <dgm:cxn modelId="{7369A179-B322-4066-94A0-5468CD22EDC0}" type="presParOf" srcId="{8DA5456E-167C-4B2D-8539-7D97D8887B7C}" destId="{2F0900F5-8075-42A1-B2C6-F092CF717824}" srcOrd="4" destOrd="0" presId="urn:microsoft.com/office/officeart/2005/8/layout/default"/>
    <dgm:cxn modelId="{2525FDC8-C46E-4911-B8A9-C10A2DA4AC64}" type="presParOf" srcId="{8DA5456E-167C-4B2D-8539-7D97D8887B7C}" destId="{5FAC072F-3884-40EC-BA9A-FCB51CC47D0E}" srcOrd="5" destOrd="0" presId="urn:microsoft.com/office/officeart/2005/8/layout/default"/>
    <dgm:cxn modelId="{7BAC513B-3B92-4FD1-A148-981B59DB4235}" type="presParOf" srcId="{8DA5456E-167C-4B2D-8539-7D97D8887B7C}" destId="{FA4091CB-4D3D-4874-990D-5BFEA2546FF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22B2115-D858-447C-B9C8-AB1CEEEE208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87D7EAF-5CFF-4E5D-9173-3699FC9AC6F6}">
      <dgm:prSet/>
      <dgm:spPr/>
      <dgm:t>
        <a:bodyPr/>
        <a:lstStyle/>
        <a:p>
          <a:r>
            <a:rPr lang="en-US"/>
            <a:t>ML is transforming industries like healthcare and finance</a:t>
          </a:r>
        </a:p>
      </dgm:t>
    </dgm:pt>
    <dgm:pt modelId="{8615EB04-8CB7-4EF6-A307-8EC5AB99102A}" type="parTrans" cxnId="{987965BD-7182-4A8C-9748-2FBC766413B4}">
      <dgm:prSet/>
      <dgm:spPr/>
      <dgm:t>
        <a:bodyPr/>
        <a:lstStyle/>
        <a:p>
          <a:endParaRPr lang="en-US"/>
        </a:p>
      </dgm:t>
    </dgm:pt>
    <dgm:pt modelId="{B81C8382-AABA-4B8D-8B26-0C87223C3C58}" type="sibTrans" cxnId="{987965BD-7182-4A8C-9748-2FBC766413B4}">
      <dgm:prSet/>
      <dgm:spPr/>
      <dgm:t>
        <a:bodyPr/>
        <a:lstStyle/>
        <a:p>
          <a:endParaRPr lang="en-US"/>
        </a:p>
      </dgm:t>
    </dgm:pt>
    <dgm:pt modelId="{13917E81-E93D-4736-922E-18A978824E76}">
      <dgm:prSet/>
      <dgm:spPr/>
      <dgm:t>
        <a:bodyPr/>
        <a:lstStyle/>
        <a:p>
          <a:r>
            <a:rPr lang="en-US"/>
            <a:t>Understanding fundamentals is key for modern development</a:t>
          </a:r>
        </a:p>
      </dgm:t>
    </dgm:pt>
    <dgm:pt modelId="{ADF681F9-5064-4327-9AD1-AD485B197D2D}" type="parTrans" cxnId="{6E2E7287-E36F-4CE3-A1FE-FEE0AB9FC042}">
      <dgm:prSet/>
      <dgm:spPr/>
      <dgm:t>
        <a:bodyPr/>
        <a:lstStyle/>
        <a:p>
          <a:endParaRPr lang="en-US"/>
        </a:p>
      </dgm:t>
    </dgm:pt>
    <dgm:pt modelId="{ECE7010D-B79E-40EA-835C-70187B21D1E0}" type="sibTrans" cxnId="{6E2E7287-E36F-4CE3-A1FE-FEE0AB9FC042}">
      <dgm:prSet/>
      <dgm:spPr/>
      <dgm:t>
        <a:bodyPr/>
        <a:lstStyle/>
        <a:p>
          <a:endParaRPr lang="en-US"/>
        </a:p>
      </dgm:t>
    </dgm:pt>
    <dgm:pt modelId="{88F97717-EC21-4518-A3E5-C00F4B58007F}">
      <dgm:prSet/>
      <dgm:spPr/>
      <dgm:t>
        <a:bodyPr/>
        <a:lstStyle/>
        <a:p>
          <a:r>
            <a:rPr lang="en-US"/>
            <a:t>Encourages further exploration and hands-on practice</a:t>
          </a:r>
        </a:p>
      </dgm:t>
    </dgm:pt>
    <dgm:pt modelId="{13AC7357-0533-46C1-A138-C20CA358830E}" type="parTrans" cxnId="{2770EDEF-770F-4BCA-A123-156B26ACC68B}">
      <dgm:prSet/>
      <dgm:spPr/>
      <dgm:t>
        <a:bodyPr/>
        <a:lstStyle/>
        <a:p>
          <a:endParaRPr lang="en-US"/>
        </a:p>
      </dgm:t>
    </dgm:pt>
    <dgm:pt modelId="{EEC6D843-6A81-4EA0-AEB1-08BAA39D1E06}" type="sibTrans" cxnId="{2770EDEF-770F-4BCA-A123-156B26ACC68B}">
      <dgm:prSet/>
      <dgm:spPr/>
      <dgm:t>
        <a:bodyPr/>
        <a:lstStyle/>
        <a:p>
          <a:endParaRPr lang="en-US"/>
        </a:p>
      </dgm:t>
    </dgm:pt>
    <dgm:pt modelId="{9D0189E7-C1BF-4335-8B6B-A0CF1649D131}" type="pres">
      <dgm:prSet presAssocID="{122B2115-D858-447C-B9C8-AB1CEEEE2080}" presName="root" presStyleCnt="0">
        <dgm:presLayoutVars>
          <dgm:dir/>
          <dgm:resizeHandles val="exact"/>
        </dgm:presLayoutVars>
      </dgm:prSet>
      <dgm:spPr/>
    </dgm:pt>
    <dgm:pt modelId="{FB757BEC-E7D2-4187-8509-DF2D476EED55}" type="pres">
      <dgm:prSet presAssocID="{587D7EAF-5CFF-4E5D-9173-3699FC9AC6F6}" presName="compNode" presStyleCnt="0"/>
      <dgm:spPr/>
    </dgm:pt>
    <dgm:pt modelId="{F07215BE-C2EF-483D-B509-214DE5C7CA0A}" type="pres">
      <dgm:prSet presAssocID="{587D7EAF-5CFF-4E5D-9173-3699FC9AC6F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4043E3EA-F54B-4A27-87A4-680EF3314BBB}" type="pres">
      <dgm:prSet presAssocID="{587D7EAF-5CFF-4E5D-9173-3699FC9AC6F6}" presName="spaceRect" presStyleCnt="0"/>
      <dgm:spPr/>
    </dgm:pt>
    <dgm:pt modelId="{6EFF99E1-C0B8-433E-B7CD-6A2F47186498}" type="pres">
      <dgm:prSet presAssocID="{587D7EAF-5CFF-4E5D-9173-3699FC9AC6F6}" presName="textRect" presStyleLbl="revTx" presStyleIdx="0" presStyleCnt="3">
        <dgm:presLayoutVars>
          <dgm:chMax val="1"/>
          <dgm:chPref val="1"/>
        </dgm:presLayoutVars>
      </dgm:prSet>
      <dgm:spPr/>
    </dgm:pt>
    <dgm:pt modelId="{E6C295FC-C0AB-40F7-9397-B8C202B9C7BA}" type="pres">
      <dgm:prSet presAssocID="{B81C8382-AABA-4B8D-8B26-0C87223C3C58}" presName="sibTrans" presStyleCnt="0"/>
      <dgm:spPr/>
    </dgm:pt>
    <dgm:pt modelId="{77E56533-2133-43B9-B9A9-A3AB9E815DB5}" type="pres">
      <dgm:prSet presAssocID="{13917E81-E93D-4736-922E-18A978824E76}" presName="compNode" presStyleCnt="0"/>
      <dgm:spPr/>
    </dgm:pt>
    <dgm:pt modelId="{B4F569D8-60DC-4C28-ABC1-61040FEB04C0}" type="pres">
      <dgm:prSet presAssocID="{13917E81-E93D-4736-922E-18A978824E7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F15BFB8-2B04-411D-BF9E-FC32614D8D92}" type="pres">
      <dgm:prSet presAssocID="{13917E81-E93D-4736-922E-18A978824E76}" presName="spaceRect" presStyleCnt="0"/>
      <dgm:spPr/>
    </dgm:pt>
    <dgm:pt modelId="{261178D9-7A8C-490D-B126-31661CC81B89}" type="pres">
      <dgm:prSet presAssocID="{13917E81-E93D-4736-922E-18A978824E76}" presName="textRect" presStyleLbl="revTx" presStyleIdx="1" presStyleCnt="3">
        <dgm:presLayoutVars>
          <dgm:chMax val="1"/>
          <dgm:chPref val="1"/>
        </dgm:presLayoutVars>
      </dgm:prSet>
      <dgm:spPr/>
    </dgm:pt>
    <dgm:pt modelId="{C327917E-7F26-467D-8356-00C506D6FD1B}" type="pres">
      <dgm:prSet presAssocID="{ECE7010D-B79E-40EA-835C-70187B21D1E0}" presName="sibTrans" presStyleCnt="0"/>
      <dgm:spPr/>
    </dgm:pt>
    <dgm:pt modelId="{7C767E17-AF06-4503-944B-CB88229CFC23}" type="pres">
      <dgm:prSet presAssocID="{88F97717-EC21-4518-A3E5-C00F4B58007F}" presName="compNode" presStyleCnt="0"/>
      <dgm:spPr/>
    </dgm:pt>
    <dgm:pt modelId="{D2936CCF-536E-4263-B081-118A177C4725}" type="pres">
      <dgm:prSet presAssocID="{88F97717-EC21-4518-A3E5-C00F4B58007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0E5C755D-6518-416D-811A-25E717F11012}" type="pres">
      <dgm:prSet presAssocID="{88F97717-EC21-4518-A3E5-C00F4B58007F}" presName="spaceRect" presStyleCnt="0"/>
      <dgm:spPr/>
    </dgm:pt>
    <dgm:pt modelId="{083C5382-B8A1-473C-9128-DE70254433E6}" type="pres">
      <dgm:prSet presAssocID="{88F97717-EC21-4518-A3E5-C00F4B58007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CBE8F2B-F96A-4C58-8B4E-EB9BC225ADB8}" type="presOf" srcId="{122B2115-D858-447C-B9C8-AB1CEEEE2080}" destId="{9D0189E7-C1BF-4335-8B6B-A0CF1649D131}" srcOrd="0" destOrd="0" presId="urn:microsoft.com/office/officeart/2018/2/layout/IconLabelList"/>
    <dgm:cxn modelId="{B8E5A033-941B-4A62-B3B3-1BDA54100F8B}" type="presOf" srcId="{88F97717-EC21-4518-A3E5-C00F4B58007F}" destId="{083C5382-B8A1-473C-9128-DE70254433E6}" srcOrd="0" destOrd="0" presId="urn:microsoft.com/office/officeart/2018/2/layout/IconLabelList"/>
    <dgm:cxn modelId="{16C44F65-704C-412B-9616-8BC889C66976}" type="presOf" srcId="{587D7EAF-5CFF-4E5D-9173-3699FC9AC6F6}" destId="{6EFF99E1-C0B8-433E-B7CD-6A2F47186498}" srcOrd="0" destOrd="0" presId="urn:microsoft.com/office/officeart/2018/2/layout/IconLabelList"/>
    <dgm:cxn modelId="{6E2E7287-E36F-4CE3-A1FE-FEE0AB9FC042}" srcId="{122B2115-D858-447C-B9C8-AB1CEEEE2080}" destId="{13917E81-E93D-4736-922E-18A978824E76}" srcOrd="1" destOrd="0" parTransId="{ADF681F9-5064-4327-9AD1-AD485B197D2D}" sibTransId="{ECE7010D-B79E-40EA-835C-70187B21D1E0}"/>
    <dgm:cxn modelId="{353893B2-2ABA-4D0C-A690-2783F2A3C592}" type="presOf" srcId="{13917E81-E93D-4736-922E-18A978824E76}" destId="{261178D9-7A8C-490D-B126-31661CC81B89}" srcOrd="0" destOrd="0" presId="urn:microsoft.com/office/officeart/2018/2/layout/IconLabelList"/>
    <dgm:cxn modelId="{987965BD-7182-4A8C-9748-2FBC766413B4}" srcId="{122B2115-D858-447C-B9C8-AB1CEEEE2080}" destId="{587D7EAF-5CFF-4E5D-9173-3699FC9AC6F6}" srcOrd="0" destOrd="0" parTransId="{8615EB04-8CB7-4EF6-A307-8EC5AB99102A}" sibTransId="{B81C8382-AABA-4B8D-8B26-0C87223C3C58}"/>
    <dgm:cxn modelId="{2770EDEF-770F-4BCA-A123-156B26ACC68B}" srcId="{122B2115-D858-447C-B9C8-AB1CEEEE2080}" destId="{88F97717-EC21-4518-A3E5-C00F4B58007F}" srcOrd="2" destOrd="0" parTransId="{13AC7357-0533-46C1-A138-C20CA358830E}" sibTransId="{EEC6D843-6A81-4EA0-AEB1-08BAA39D1E06}"/>
    <dgm:cxn modelId="{B469E979-9E15-40AA-96AC-EF6261AEF97A}" type="presParOf" srcId="{9D0189E7-C1BF-4335-8B6B-A0CF1649D131}" destId="{FB757BEC-E7D2-4187-8509-DF2D476EED55}" srcOrd="0" destOrd="0" presId="urn:microsoft.com/office/officeart/2018/2/layout/IconLabelList"/>
    <dgm:cxn modelId="{C1BE3ACA-55A3-4650-818D-CAF43A6C308C}" type="presParOf" srcId="{FB757BEC-E7D2-4187-8509-DF2D476EED55}" destId="{F07215BE-C2EF-483D-B509-214DE5C7CA0A}" srcOrd="0" destOrd="0" presId="urn:microsoft.com/office/officeart/2018/2/layout/IconLabelList"/>
    <dgm:cxn modelId="{9F9310F5-DE0F-416E-BEDF-C5A772B3ABDB}" type="presParOf" srcId="{FB757BEC-E7D2-4187-8509-DF2D476EED55}" destId="{4043E3EA-F54B-4A27-87A4-680EF3314BBB}" srcOrd="1" destOrd="0" presId="urn:microsoft.com/office/officeart/2018/2/layout/IconLabelList"/>
    <dgm:cxn modelId="{74DDF30D-7CE6-4446-B2E6-543DEB94BB4B}" type="presParOf" srcId="{FB757BEC-E7D2-4187-8509-DF2D476EED55}" destId="{6EFF99E1-C0B8-433E-B7CD-6A2F47186498}" srcOrd="2" destOrd="0" presId="urn:microsoft.com/office/officeart/2018/2/layout/IconLabelList"/>
    <dgm:cxn modelId="{A2960AD3-669D-427F-A4D5-23C29E7E2357}" type="presParOf" srcId="{9D0189E7-C1BF-4335-8B6B-A0CF1649D131}" destId="{E6C295FC-C0AB-40F7-9397-B8C202B9C7BA}" srcOrd="1" destOrd="0" presId="urn:microsoft.com/office/officeart/2018/2/layout/IconLabelList"/>
    <dgm:cxn modelId="{66590BBE-14F0-462B-92FA-ED196250B86E}" type="presParOf" srcId="{9D0189E7-C1BF-4335-8B6B-A0CF1649D131}" destId="{77E56533-2133-43B9-B9A9-A3AB9E815DB5}" srcOrd="2" destOrd="0" presId="urn:microsoft.com/office/officeart/2018/2/layout/IconLabelList"/>
    <dgm:cxn modelId="{D1DC1E73-2D3D-4D79-A442-681412A631B5}" type="presParOf" srcId="{77E56533-2133-43B9-B9A9-A3AB9E815DB5}" destId="{B4F569D8-60DC-4C28-ABC1-61040FEB04C0}" srcOrd="0" destOrd="0" presId="urn:microsoft.com/office/officeart/2018/2/layout/IconLabelList"/>
    <dgm:cxn modelId="{F8B0106A-53EA-4068-B43F-7A6E143689C4}" type="presParOf" srcId="{77E56533-2133-43B9-B9A9-A3AB9E815DB5}" destId="{6F15BFB8-2B04-411D-BF9E-FC32614D8D92}" srcOrd="1" destOrd="0" presId="urn:microsoft.com/office/officeart/2018/2/layout/IconLabelList"/>
    <dgm:cxn modelId="{DFBF3DC1-B1F6-4223-87D9-88CF12CEFFD7}" type="presParOf" srcId="{77E56533-2133-43B9-B9A9-A3AB9E815DB5}" destId="{261178D9-7A8C-490D-B126-31661CC81B89}" srcOrd="2" destOrd="0" presId="urn:microsoft.com/office/officeart/2018/2/layout/IconLabelList"/>
    <dgm:cxn modelId="{D48C238B-17C2-45CA-8750-E30D60C511FD}" type="presParOf" srcId="{9D0189E7-C1BF-4335-8B6B-A0CF1649D131}" destId="{C327917E-7F26-467D-8356-00C506D6FD1B}" srcOrd="3" destOrd="0" presId="urn:microsoft.com/office/officeart/2018/2/layout/IconLabelList"/>
    <dgm:cxn modelId="{56608A20-C56D-4A4B-8262-5E96DE2D29B4}" type="presParOf" srcId="{9D0189E7-C1BF-4335-8B6B-A0CF1649D131}" destId="{7C767E17-AF06-4503-944B-CB88229CFC23}" srcOrd="4" destOrd="0" presId="urn:microsoft.com/office/officeart/2018/2/layout/IconLabelList"/>
    <dgm:cxn modelId="{AD4DD40A-B9CF-4780-8922-9EE132A5BA58}" type="presParOf" srcId="{7C767E17-AF06-4503-944B-CB88229CFC23}" destId="{D2936CCF-536E-4263-B081-118A177C4725}" srcOrd="0" destOrd="0" presId="urn:microsoft.com/office/officeart/2018/2/layout/IconLabelList"/>
    <dgm:cxn modelId="{95C7E0AA-9513-4872-865E-4B8FCC3EFAE7}" type="presParOf" srcId="{7C767E17-AF06-4503-944B-CB88229CFC23}" destId="{0E5C755D-6518-416D-811A-25E717F11012}" srcOrd="1" destOrd="0" presId="urn:microsoft.com/office/officeart/2018/2/layout/IconLabelList"/>
    <dgm:cxn modelId="{02881E93-10B8-4297-82DD-DD5FD9C3A98B}" type="presParOf" srcId="{7C767E17-AF06-4503-944B-CB88229CFC23}" destId="{083C5382-B8A1-473C-9128-DE70254433E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B68AC36-23FF-471F-834C-2CEE79801B5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F47DF88-8CF2-4F42-A52B-6587537FC806}">
      <dgm:prSet/>
      <dgm:spPr/>
      <dgm:t>
        <a:bodyPr/>
        <a:lstStyle/>
        <a:p>
          <a:pPr>
            <a:defRPr cap="all"/>
          </a:pPr>
          <a:r>
            <a:rPr lang="en-US"/>
            <a:t>Thank you for your attention</a:t>
          </a:r>
        </a:p>
      </dgm:t>
    </dgm:pt>
    <dgm:pt modelId="{75356D6E-AC7D-4F99-BC99-47A386476D5D}" type="parTrans" cxnId="{D9AF2967-AD0E-49E8-ACA9-AA2EFB2ABDA4}">
      <dgm:prSet/>
      <dgm:spPr/>
      <dgm:t>
        <a:bodyPr/>
        <a:lstStyle/>
        <a:p>
          <a:endParaRPr lang="en-US"/>
        </a:p>
      </dgm:t>
    </dgm:pt>
    <dgm:pt modelId="{18101107-C010-4C6D-9FE7-F9851C146DE8}" type="sibTrans" cxnId="{D9AF2967-AD0E-49E8-ACA9-AA2EFB2ABDA4}">
      <dgm:prSet/>
      <dgm:spPr/>
      <dgm:t>
        <a:bodyPr/>
        <a:lstStyle/>
        <a:p>
          <a:endParaRPr lang="en-US"/>
        </a:p>
      </dgm:t>
    </dgm:pt>
    <dgm:pt modelId="{95CF177D-9717-415A-A68B-FF48051E3FAC}">
      <dgm:prSet/>
      <dgm:spPr/>
      <dgm:t>
        <a:bodyPr/>
        <a:lstStyle/>
        <a:p>
          <a:pPr>
            <a:defRPr cap="all"/>
          </a:pPr>
          <a:r>
            <a:rPr lang="en-US"/>
            <a:t>Questions are welcome</a:t>
          </a:r>
        </a:p>
      </dgm:t>
    </dgm:pt>
    <dgm:pt modelId="{DDF81B4A-F02A-4C18-9882-C12CF12CBABB}" type="parTrans" cxnId="{A4655B41-C821-4EC5-82B3-7607452BB628}">
      <dgm:prSet/>
      <dgm:spPr/>
      <dgm:t>
        <a:bodyPr/>
        <a:lstStyle/>
        <a:p>
          <a:endParaRPr lang="en-US"/>
        </a:p>
      </dgm:t>
    </dgm:pt>
    <dgm:pt modelId="{16AC7AAC-AD56-4FC1-9266-C044F127ECFB}" type="sibTrans" cxnId="{A4655B41-C821-4EC5-82B3-7607452BB628}">
      <dgm:prSet/>
      <dgm:spPr/>
      <dgm:t>
        <a:bodyPr/>
        <a:lstStyle/>
        <a:p>
          <a:endParaRPr lang="en-US"/>
        </a:p>
      </dgm:t>
    </dgm:pt>
    <dgm:pt modelId="{E695BC05-C14D-44CF-9B36-F2F2A8688D66}">
      <dgm:prSet/>
      <dgm:spPr/>
      <dgm:t>
        <a:bodyPr/>
        <a:lstStyle/>
        <a:p>
          <a:pPr>
            <a:defRPr cap="all"/>
          </a:pPr>
          <a:r>
            <a:rPr lang="en-US"/>
            <a:t>Contact information for follow-up</a:t>
          </a:r>
        </a:p>
      </dgm:t>
    </dgm:pt>
    <dgm:pt modelId="{31AE970D-8715-4E4C-86A3-7879675E02D1}" type="parTrans" cxnId="{76A876D7-5BEB-453E-80D0-A9CBECFF96EA}">
      <dgm:prSet/>
      <dgm:spPr/>
      <dgm:t>
        <a:bodyPr/>
        <a:lstStyle/>
        <a:p>
          <a:endParaRPr lang="en-US"/>
        </a:p>
      </dgm:t>
    </dgm:pt>
    <dgm:pt modelId="{FE106B44-5766-43E3-8D31-6E0420BB05AF}" type="sibTrans" cxnId="{76A876D7-5BEB-453E-80D0-A9CBECFF96EA}">
      <dgm:prSet/>
      <dgm:spPr/>
      <dgm:t>
        <a:bodyPr/>
        <a:lstStyle/>
        <a:p>
          <a:endParaRPr lang="en-US"/>
        </a:p>
      </dgm:t>
    </dgm:pt>
    <dgm:pt modelId="{25858717-8BDE-4458-8BBB-F7CE6DF8B880}" type="pres">
      <dgm:prSet presAssocID="{1B68AC36-23FF-471F-834C-2CEE79801B5C}" presName="root" presStyleCnt="0">
        <dgm:presLayoutVars>
          <dgm:dir/>
          <dgm:resizeHandles val="exact"/>
        </dgm:presLayoutVars>
      </dgm:prSet>
      <dgm:spPr/>
    </dgm:pt>
    <dgm:pt modelId="{01BF89ED-D31E-4AD7-984F-93A4A3D7DD8E}" type="pres">
      <dgm:prSet presAssocID="{2F47DF88-8CF2-4F42-A52B-6587537FC806}" presName="compNode" presStyleCnt="0"/>
      <dgm:spPr/>
    </dgm:pt>
    <dgm:pt modelId="{02A32F6E-D175-49FF-9A33-1A605CEC227F}" type="pres">
      <dgm:prSet presAssocID="{2F47DF88-8CF2-4F42-A52B-6587537FC806}" presName="iconBgRect" presStyleLbl="bgShp" presStyleIdx="0" presStyleCnt="3"/>
      <dgm:spPr/>
    </dgm:pt>
    <dgm:pt modelId="{6C9FBBEA-F707-4DA1-B19E-C5340AFBB9F3}" type="pres">
      <dgm:prSet presAssocID="{2F47DF88-8CF2-4F42-A52B-6587537FC80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E2CCB223-02D3-4EDC-ACCC-22E225FE8B39}" type="pres">
      <dgm:prSet presAssocID="{2F47DF88-8CF2-4F42-A52B-6587537FC806}" presName="spaceRect" presStyleCnt="0"/>
      <dgm:spPr/>
    </dgm:pt>
    <dgm:pt modelId="{56A027E0-C993-4504-83D1-808B7AA8A1A6}" type="pres">
      <dgm:prSet presAssocID="{2F47DF88-8CF2-4F42-A52B-6587537FC806}" presName="textRect" presStyleLbl="revTx" presStyleIdx="0" presStyleCnt="3">
        <dgm:presLayoutVars>
          <dgm:chMax val="1"/>
          <dgm:chPref val="1"/>
        </dgm:presLayoutVars>
      </dgm:prSet>
      <dgm:spPr/>
    </dgm:pt>
    <dgm:pt modelId="{C528D759-0182-40D2-9357-24EC30811053}" type="pres">
      <dgm:prSet presAssocID="{18101107-C010-4C6D-9FE7-F9851C146DE8}" presName="sibTrans" presStyleCnt="0"/>
      <dgm:spPr/>
    </dgm:pt>
    <dgm:pt modelId="{81086528-CBF2-41A4-A2BB-F4599021EEE6}" type="pres">
      <dgm:prSet presAssocID="{95CF177D-9717-415A-A68B-FF48051E3FAC}" presName="compNode" presStyleCnt="0"/>
      <dgm:spPr/>
    </dgm:pt>
    <dgm:pt modelId="{E3743067-19C8-4CE6-9605-D27EB78DB275}" type="pres">
      <dgm:prSet presAssocID="{95CF177D-9717-415A-A68B-FF48051E3FAC}" presName="iconBgRect" presStyleLbl="bgShp" presStyleIdx="1" presStyleCnt="3"/>
      <dgm:spPr/>
    </dgm:pt>
    <dgm:pt modelId="{F8F1A407-DC5F-4439-BB83-C4611F72BC13}" type="pres">
      <dgm:prSet presAssocID="{95CF177D-9717-415A-A68B-FF48051E3FA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5350B91D-9A5B-4053-A644-44A2A5B95DB7}" type="pres">
      <dgm:prSet presAssocID="{95CF177D-9717-415A-A68B-FF48051E3FAC}" presName="spaceRect" presStyleCnt="0"/>
      <dgm:spPr/>
    </dgm:pt>
    <dgm:pt modelId="{E579965B-C68A-405E-99F7-80CF90B26131}" type="pres">
      <dgm:prSet presAssocID="{95CF177D-9717-415A-A68B-FF48051E3FAC}" presName="textRect" presStyleLbl="revTx" presStyleIdx="1" presStyleCnt="3">
        <dgm:presLayoutVars>
          <dgm:chMax val="1"/>
          <dgm:chPref val="1"/>
        </dgm:presLayoutVars>
      </dgm:prSet>
      <dgm:spPr/>
    </dgm:pt>
    <dgm:pt modelId="{2BA8E6A2-4702-4E3A-B7CC-F5E31D237D9B}" type="pres">
      <dgm:prSet presAssocID="{16AC7AAC-AD56-4FC1-9266-C044F127ECFB}" presName="sibTrans" presStyleCnt="0"/>
      <dgm:spPr/>
    </dgm:pt>
    <dgm:pt modelId="{8A068BEE-D611-4F28-A393-3355E984D25B}" type="pres">
      <dgm:prSet presAssocID="{E695BC05-C14D-44CF-9B36-F2F2A8688D66}" presName="compNode" presStyleCnt="0"/>
      <dgm:spPr/>
    </dgm:pt>
    <dgm:pt modelId="{C375AC9E-773E-486F-9EB4-78BE045104E8}" type="pres">
      <dgm:prSet presAssocID="{E695BC05-C14D-44CF-9B36-F2F2A8688D66}" presName="iconBgRect" presStyleLbl="bgShp" presStyleIdx="2" presStyleCnt="3"/>
      <dgm:spPr/>
    </dgm:pt>
    <dgm:pt modelId="{6CE07F9F-FF11-4DBC-A8B3-2A256D6D2FE9}" type="pres">
      <dgm:prSet presAssocID="{E695BC05-C14D-44CF-9B36-F2F2A8688D6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eiver"/>
        </a:ext>
      </dgm:extLst>
    </dgm:pt>
    <dgm:pt modelId="{BD7A8E25-E757-468E-A1C6-2F9637DFB126}" type="pres">
      <dgm:prSet presAssocID="{E695BC05-C14D-44CF-9B36-F2F2A8688D66}" presName="spaceRect" presStyleCnt="0"/>
      <dgm:spPr/>
    </dgm:pt>
    <dgm:pt modelId="{32DCE568-7614-463F-A969-66FE15E08FB5}" type="pres">
      <dgm:prSet presAssocID="{E695BC05-C14D-44CF-9B36-F2F2A8688D6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6A12524-BB13-4BB9-BE33-894016C3068D}" type="presOf" srcId="{E695BC05-C14D-44CF-9B36-F2F2A8688D66}" destId="{32DCE568-7614-463F-A969-66FE15E08FB5}" srcOrd="0" destOrd="0" presId="urn:microsoft.com/office/officeart/2018/5/layout/IconCircleLabelList"/>
    <dgm:cxn modelId="{A4655B41-C821-4EC5-82B3-7607452BB628}" srcId="{1B68AC36-23FF-471F-834C-2CEE79801B5C}" destId="{95CF177D-9717-415A-A68B-FF48051E3FAC}" srcOrd="1" destOrd="0" parTransId="{DDF81B4A-F02A-4C18-9882-C12CF12CBABB}" sibTransId="{16AC7AAC-AD56-4FC1-9266-C044F127ECFB}"/>
    <dgm:cxn modelId="{B80E5443-4A74-4ED1-8714-391B6BCE2490}" type="presOf" srcId="{95CF177D-9717-415A-A68B-FF48051E3FAC}" destId="{E579965B-C68A-405E-99F7-80CF90B26131}" srcOrd="0" destOrd="0" presId="urn:microsoft.com/office/officeart/2018/5/layout/IconCircleLabelList"/>
    <dgm:cxn modelId="{D9AF2967-AD0E-49E8-ACA9-AA2EFB2ABDA4}" srcId="{1B68AC36-23FF-471F-834C-2CEE79801B5C}" destId="{2F47DF88-8CF2-4F42-A52B-6587537FC806}" srcOrd="0" destOrd="0" parTransId="{75356D6E-AC7D-4F99-BC99-47A386476D5D}" sibTransId="{18101107-C010-4C6D-9FE7-F9851C146DE8}"/>
    <dgm:cxn modelId="{2A5DD355-2422-4D9D-85BF-0B61A9041EA8}" type="presOf" srcId="{1B68AC36-23FF-471F-834C-2CEE79801B5C}" destId="{25858717-8BDE-4458-8BBB-F7CE6DF8B880}" srcOrd="0" destOrd="0" presId="urn:microsoft.com/office/officeart/2018/5/layout/IconCircleLabelList"/>
    <dgm:cxn modelId="{76A876D7-5BEB-453E-80D0-A9CBECFF96EA}" srcId="{1B68AC36-23FF-471F-834C-2CEE79801B5C}" destId="{E695BC05-C14D-44CF-9B36-F2F2A8688D66}" srcOrd="2" destOrd="0" parTransId="{31AE970D-8715-4E4C-86A3-7879675E02D1}" sibTransId="{FE106B44-5766-43E3-8D31-6E0420BB05AF}"/>
    <dgm:cxn modelId="{BAE39AED-0328-431B-810D-5EC50186268E}" type="presOf" srcId="{2F47DF88-8CF2-4F42-A52B-6587537FC806}" destId="{56A027E0-C993-4504-83D1-808B7AA8A1A6}" srcOrd="0" destOrd="0" presId="urn:microsoft.com/office/officeart/2018/5/layout/IconCircleLabelList"/>
    <dgm:cxn modelId="{72C230C6-1348-48F8-8DB1-DE5E0A9A6734}" type="presParOf" srcId="{25858717-8BDE-4458-8BBB-F7CE6DF8B880}" destId="{01BF89ED-D31E-4AD7-984F-93A4A3D7DD8E}" srcOrd="0" destOrd="0" presId="urn:microsoft.com/office/officeart/2018/5/layout/IconCircleLabelList"/>
    <dgm:cxn modelId="{9AD3126D-E214-4DB2-A601-84F73C6B380B}" type="presParOf" srcId="{01BF89ED-D31E-4AD7-984F-93A4A3D7DD8E}" destId="{02A32F6E-D175-49FF-9A33-1A605CEC227F}" srcOrd="0" destOrd="0" presId="urn:microsoft.com/office/officeart/2018/5/layout/IconCircleLabelList"/>
    <dgm:cxn modelId="{76DFE454-6910-4DDD-9BCD-027AF8EC5E75}" type="presParOf" srcId="{01BF89ED-D31E-4AD7-984F-93A4A3D7DD8E}" destId="{6C9FBBEA-F707-4DA1-B19E-C5340AFBB9F3}" srcOrd="1" destOrd="0" presId="urn:microsoft.com/office/officeart/2018/5/layout/IconCircleLabelList"/>
    <dgm:cxn modelId="{D65C4F83-72D1-4ABA-8DC5-73E278C2C6B7}" type="presParOf" srcId="{01BF89ED-D31E-4AD7-984F-93A4A3D7DD8E}" destId="{E2CCB223-02D3-4EDC-ACCC-22E225FE8B39}" srcOrd="2" destOrd="0" presId="urn:microsoft.com/office/officeart/2018/5/layout/IconCircleLabelList"/>
    <dgm:cxn modelId="{3F02B897-2867-4E2A-B4A1-BA343A4DB9E8}" type="presParOf" srcId="{01BF89ED-D31E-4AD7-984F-93A4A3D7DD8E}" destId="{56A027E0-C993-4504-83D1-808B7AA8A1A6}" srcOrd="3" destOrd="0" presId="urn:microsoft.com/office/officeart/2018/5/layout/IconCircleLabelList"/>
    <dgm:cxn modelId="{17F7E549-D99B-4CAF-89A6-0B4D9267B1AC}" type="presParOf" srcId="{25858717-8BDE-4458-8BBB-F7CE6DF8B880}" destId="{C528D759-0182-40D2-9357-24EC30811053}" srcOrd="1" destOrd="0" presId="urn:microsoft.com/office/officeart/2018/5/layout/IconCircleLabelList"/>
    <dgm:cxn modelId="{DD8B6727-A14E-4135-BE6B-34A845809FEF}" type="presParOf" srcId="{25858717-8BDE-4458-8BBB-F7CE6DF8B880}" destId="{81086528-CBF2-41A4-A2BB-F4599021EEE6}" srcOrd="2" destOrd="0" presId="urn:microsoft.com/office/officeart/2018/5/layout/IconCircleLabelList"/>
    <dgm:cxn modelId="{816E297F-6CB8-471A-A6F7-F28DDAE07C40}" type="presParOf" srcId="{81086528-CBF2-41A4-A2BB-F4599021EEE6}" destId="{E3743067-19C8-4CE6-9605-D27EB78DB275}" srcOrd="0" destOrd="0" presId="urn:microsoft.com/office/officeart/2018/5/layout/IconCircleLabelList"/>
    <dgm:cxn modelId="{B8E10CE6-C78A-4A3E-A29F-7E2F24C24CF6}" type="presParOf" srcId="{81086528-CBF2-41A4-A2BB-F4599021EEE6}" destId="{F8F1A407-DC5F-4439-BB83-C4611F72BC13}" srcOrd="1" destOrd="0" presId="urn:microsoft.com/office/officeart/2018/5/layout/IconCircleLabelList"/>
    <dgm:cxn modelId="{4A158BF2-3F5C-4780-A1B0-0C4C8D40AFAE}" type="presParOf" srcId="{81086528-CBF2-41A4-A2BB-F4599021EEE6}" destId="{5350B91D-9A5B-4053-A644-44A2A5B95DB7}" srcOrd="2" destOrd="0" presId="urn:microsoft.com/office/officeart/2018/5/layout/IconCircleLabelList"/>
    <dgm:cxn modelId="{9ED20AC9-C855-4BCA-B3F9-CA7213F1D556}" type="presParOf" srcId="{81086528-CBF2-41A4-A2BB-F4599021EEE6}" destId="{E579965B-C68A-405E-99F7-80CF90B26131}" srcOrd="3" destOrd="0" presId="urn:microsoft.com/office/officeart/2018/5/layout/IconCircleLabelList"/>
    <dgm:cxn modelId="{043B4CA8-6D6B-4900-9BE6-1B22B4B2E477}" type="presParOf" srcId="{25858717-8BDE-4458-8BBB-F7CE6DF8B880}" destId="{2BA8E6A2-4702-4E3A-B7CC-F5E31D237D9B}" srcOrd="3" destOrd="0" presId="urn:microsoft.com/office/officeart/2018/5/layout/IconCircleLabelList"/>
    <dgm:cxn modelId="{661AE9FD-271D-438C-BC2A-DDB5294E2DB2}" type="presParOf" srcId="{25858717-8BDE-4458-8BBB-F7CE6DF8B880}" destId="{8A068BEE-D611-4F28-A393-3355E984D25B}" srcOrd="4" destOrd="0" presId="urn:microsoft.com/office/officeart/2018/5/layout/IconCircleLabelList"/>
    <dgm:cxn modelId="{8A07FF85-4273-49C9-8838-4515664EAEA1}" type="presParOf" srcId="{8A068BEE-D611-4F28-A393-3355E984D25B}" destId="{C375AC9E-773E-486F-9EB4-78BE045104E8}" srcOrd="0" destOrd="0" presId="urn:microsoft.com/office/officeart/2018/5/layout/IconCircleLabelList"/>
    <dgm:cxn modelId="{D7F5455A-147B-4DE8-BA55-1FBD4B2E62EE}" type="presParOf" srcId="{8A068BEE-D611-4F28-A393-3355E984D25B}" destId="{6CE07F9F-FF11-4DBC-A8B3-2A256D6D2FE9}" srcOrd="1" destOrd="0" presId="urn:microsoft.com/office/officeart/2018/5/layout/IconCircleLabelList"/>
    <dgm:cxn modelId="{4DEE11F6-8D87-44B6-A627-836F7A93D583}" type="presParOf" srcId="{8A068BEE-D611-4F28-A393-3355E984D25B}" destId="{BD7A8E25-E757-468E-A1C6-2F9637DFB126}" srcOrd="2" destOrd="0" presId="urn:microsoft.com/office/officeart/2018/5/layout/IconCircleLabelList"/>
    <dgm:cxn modelId="{4608E6C8-FA01-4DAE-AADA-B82215FE09FA}" type="presParOf" srcId="{8A068BEE-D611-4F28-A393-3355E984D25B}" destId="{32DCE568-7614-463F-A969-66FE15E08FB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F594B-3D40-4D08-BA6B-9BCB8E2A8831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AEDB6A-C95A-4FF1-B056-E5AD87DFC303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Welcome to the presentation</a:t>
          </a:r>
        </a:p>
      </dsp:txBody>
      <dsp:txXfrm>
        <a:off x="59990" y="2654049"/>
        <a:ext cx="3226223" cy="720000"/>
      </dsp:txXfrm>
    </dsp:sp>
    <dsp:sp modelId="{3F786F9A-5042-498D-B076-E268A82F47C9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E92C0-7E0B-4B1A-9109-1623703F5BD3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Overview of Machine Learning fundamentals</a:t>
          </a:r>
        </a:p>
      </dsp:txBody>
      <dsp:txXfrm>
        <a:off x="3850802" y="2654049"/>
        <a:ext cx="3226223" cy="720000"/>
      </dsp:txXfrm>
    </dsp:sp>
    <dsp:sp modelId="{A5D4829E-3EAF-4251-B6A1-53C2A0D71F46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6E63FC-B972-4BD1-901B-49B2A4DF12C8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Key concepts and applications</a:t>
          </a:r>
        </a:p>
      </dsp:txBody>
      <dsp:txXfrm>
        <a:off x="7641615" y="2654049"/>
        <a:ext cx="322622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74A20B-D814-4502-B885-AA89154CF8FD}">
      <dsp:nvSpPr>
        <dsp:cNvPr id="0" name=""/>
        <dsp:cNvSpPr/>
      </dsp:nvSpPr>
      <dsp:spPr>
        <a:xfrm>
          <a:off x="0" y="346059"/>
          <a:ext cx="6735443" cy="154928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Subset of artificial intelligence</a:t>
          </a:r>
        </a:p>
      </dsp:txBody>
      <dsp:txXfrm>
        <a:off x="75630" y="421689"/>
        <a:ext cx="6584183" cy="1398021"/>
      </dsp:txXfrm>
    </dsp:sp>
    <dsp:sp modelId="{69F5C288-9934-4F3A-9C33-A75E5F115534}">
      <dsp:nvSpPr>
        <dsp:cNvPr id="0" name=""/>
        <dsp:cNvSpPr/>
      </dsp:nvSpPr>
      <dsp:spPr>
        <a:xfrm>
          <a:off x="0" y="2007660"/>
          <a:ext cx="6735443" cy="1549281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Systems learn from experience without explicit programming</a:t>
          </a:r>
        </a:p>
      </dsp:txBody>
      <dsp:txXfrm>
        <a:off x="75630" y="2083290"/>
        <a:ext cx="6584183" cy="1398021"/>
      </dsp:txXfrm>
    </dsp:sp>
    <dsp:sp modelId="{B407DD7D-1427-4E79-8166-1358244E09E8}">
      <dsp:nvSpPr>
        <dsp:cNvPr id="0" name=""/>
        <dsp:cNvSpPr/>
      </dsp:nvSpPr>
      <dsp:spPr>
        <a:xfrm>
          <a:off x="0" y="3669261"/>
          <a:ext cx="6735443" cy="1549281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Enables continuous improvement and adaptation</a:t>
          </a:r>
        </a:p>
      </dsp:txBody>
      <dsp:txXfrm>
        <a:off x="75630" y="3744891"/>
        <a:ext cx="6584183" cy="13980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ED5488-1F51-49A5-B596-806CFA7B02A1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17AD1F-55D9-4A08-A68E-FD42DD09CA5A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CE4000-3DD3-4245-8A00-58562A7D3F52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Uses labeled training data for learning</a:t>
          </a:r>
        </a:p>
      </dsp:txBody>
      <dsp:txXfrm>
        <a:off x="1844034" y="682"/>
        <a:ext cx="4401230" cy="1596566"/>
      </dsp:txXfrm>
    </dsp:sp>
    <dsp:sp modelId="{C12B1DDB-B02C-4F98-97C5-6C8CB7023221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1232C3-91BC-412A-BF43-A851FD3BF06E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5DE51-B3A4-4806-A352-D1C3B1ED662E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Examples: Classification and Regression tasks</a:t>
          </a:r>
        </a:p>
      </dsp:txBody>
      <dsp:txXfrm>
        <a:off x="1844034" y="1996390"/>
        <a:ext cx="4401230" cy="1596566"/>
      </dsp:txXfrm>
    </dsp:sp>
    <dsp:sp modelId="{30D941B7-F013-4AB3-8354-5AC1E5E06C0C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B5D33A-D115-4861-BBAF-291068609394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9F81D-8945-4547-AA33-3FA2E1201CC6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Common algorithms: Linear Regression, Decision Trees</a:t>
          </a:r>
        </a:p>
      </dsp:txBody>
      <dsp:txXfrm>
        <a:off x="1844034" y="3992098"/>
        <a:ext cx="4401230" cy="15965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18D907-4C76-43C8-9D2E-DD275B85217C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40F16-D5E2-459D-95A4-8BB483C793AD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Works with unlabeled data to find patterns</a:t>
          </a:r>
        </a:p>
      </dsp:txBody>
      <dsp:txXfrm>
        <a:off x="378614" y="886531"/>
        <a:ext cx="2810360" cy="1744948"/>
      </dsp:txXfrm>
    </dsp:sp>
    <dsp:sp modelId="{23AAF517-21BB-4530-8180-23AC72702CFB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E9B40-27A2-4F68-ADE6-E628243CCC74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Examples: Clustering and Dimensionality Reduction</a:t>
          </a:r>
        </a:p>
      </dsp:txBody>
      <dsp:txXfrm>
        <a:off x="3946203" y="886531"/>
        <a:ext cx="2810360" cy="1744948"/>
      </dsp:txXfrm>
    </dsp:sp>
    <dsp:sp modelId="{4E7444C9-F729-4714-93C0-82703456EBAF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E0F049-F51A-4863-B3C1-754DECFEABD9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Common algorithms: K-Means and PCA</a:t>
          </a:r>
        </a:p>
      </dsp:txBody>
      <dsp:txXfrm>
        <a:off x="7513791" y="886531"/>
        <a:ext cx="2810360" cy="17449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D9242-4E92-4198-A7B5-8967A3F74C87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765DA6-902D-4B62-9732-AC2E051BB55E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Learns through trial and error with an environment</a:t>
          </a:r>
        </a:p>
      </dsp:txBody>
      <dsp:txXfrm>
        <a:off x="378614" y="886531"/>
        <a:ext cx="2810360" cy="1744948"/>
      </dsp:txXfrm>
    </dsp:sp>
    <dsp:sp modelId="{7BB6E9F7-3F01-432B-8906-C5DED4A438A0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9FC434-A7F5-45DC-B5E9-AED0C536D0AA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Agent receives rewards or penalties for actions</a:t>
          </a:r>
        </a:p>
      </dsp:txBody>
      <dsp:txXfrm>
        <a:off x="3946203" y="886531"/>
        <a:ext cx="2810360" cy="1744948"/>
      </dsp:txXfrm>
    </dsp:sp>
    <dsp:sp modelId="{5FBC7C4F-8C8D-4119-A3A2-8CBCFAF11B75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D07362-E599-4683-83EA-6E5DD71A2B70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Applications: Game AI, Robotics, Autonomous vehicles</a:t>
          </a:r>
        </a:p>
      </dsp:txBody>
      <dsp:txXfrm>
        <a:off x="7513791" y="886531"/>
        <a:ext cx="2810360" cy="17449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A4B19-12B7-4220-860E-0039BBCB61E2}">
      <dsp:nvSpPr>
        <dsp:cNvPr id="0" name=""/>
        <dsp:cNvSpPr/>
      </dsp:nvSpPr>
      <dsp:spPr>
        <a:xfrm>
          <a:off x="0" y="81207"/>
          <a:ext cx="6291714" cy="1272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Features: Input variables for predictions</a:t>
          </a:r>
        </a:p>
      </dsp:txBody>
      <dsp:txXfrm>
        <a:off x="62141" y="143348"/>
        <a:ext cx="6167432" cy="1148678"/>
      </dsp:txXfrm>
    </dsp:sp>
    <dsp:sp modelId="{8CD465BF-6540-4173-B45F-8EE543FA0746}">
      <dsp:nvSpPr>
        <dsp:cNvPr id="0" name=""/>
        <dsp:cNvSpPr/>
      </dsp:nvSpPr>
      <dsp:spPr>
        <a:xfrm>
          <a:off x="0" y="1446327"/>
          <a:ext cx="6291714" cy="127296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Labels: Output variables in supervised learning</a:t>
          </a:r>
        </a:p>
      </dsp:txBody>
      <dsp:txXfrm>
        <a:off x="62141" y="1508468"/>
        <a:ext cx="6167432" cy="1148678"/>
      </dsp:txXfrm>
    </dsp:sp>
    <dsp:sp modelId="{FB4CCBF0-3A50-43C8-B4B4-3EBCDF1431F9}">
      <dsp:nvSpPr>
        <dsp:cNvPr id="0" name=""/>
        <dsp:cNvSpPr/>
      </dsp:nvSpPr>
      <dsp:spPr>
        <a:xfrm>
          <a:off x="0" y="2811447"/>
          <a:ext cx="6291714" cy="127296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Training: Teaching the model with data</a:t>
          </a:r>
        </a:p>
      </dsp:txBody>
      <dsp:txXfrm>
        <a:off x="62141" y="2873588"/>
        <a:ext cx="6167432" cy="1148678"/>
      </dsp:txXfrm>
    </dsp:sp>
    <dsp:sp modelId="{BCC7D8EC-E51B-4C38-900C-67780579B57C}">
      <dsp:nvSpPr>
        <dsp:cNvPr id="0" name=""/>
        <dsp:cNvSpPr/>
      </dsp:nvSpPr>
      <dsp:spPr>
        <a:xfrm>
          <a:off x="0" y="4176567"/>
          <a:ext cx="6291714" cy="127296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Validation: Testing on unseen data to assess performance</a:t>
          </a:r>
        </a:p>
      </dsp:txBody>
      <dsp:txXfrm>
        <a:off x="62141" y="4238708"/>
        <a:ext cx="6167432" cy="11486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793A43-0E37-4C05-8999-C33CA7774603}">
      <dsp:nvSpPr>
        <dsp:cNvPr id="0" name=""/>
        <dsp:cNvSpPr/>
      </dsp:nvSpPr>
      <dsp:spPr>
        <a:xfrm>
          <a:off x="679050" y="578168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E89AC0-254E-40B4-B234-048EC09266F6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D2F07-AA73-4D6D-BF95-89ACA3291295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Model memorizes training data instead of learning patterns</a:t>
          </a:r>
        </a:p>
      </dsp:txBody>
      <dsp:txXfrm>
        <a:off x="75768" y="3053169"/>
        <a:ext cx="3093750" cy="720000"/>
      </dsp:txXfrm>
    </dsp:sp>
    <dsp:sp modelId="{AD37EA24-2BDB-47D1-B34C-BC4D4CDC7CEC}">
      <dsp:nvSpPr>
        <dsp:cNvPr id="0" name=""/>
        <dsp:cNvSpPr/>
      </dsp:nvSpPr>
      <dsp:spPr>
        <a:xfrm>
          <a:off x="4314206" y="578168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ACF0E6-6A14-4E76-9BB0-6994898BCF31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97F6BC-2A11-4E5D-9D8E-1720E3B08392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Leads to poor performance on new, unseen data</a:t>
          </a:r>
        </a:p>
      </dsp:txBody>
      <dsp:txXfrm>
        <a:off x="3710925" y="3053169"/>
        <a:ext cx="3093750" cy="720000"/>
      </dsp:txXfrm>
    </dsp:sp>
    <dsp:sp modelId="{D8C0399F-6721-405D-9A6D-20229FD77E1E}">
      <dsp:nvSpPr>
        <dsp:cNvPr id="0" name=""/>
        <dsp:cNvSpPr/>
      </dsp:nvSpPr>
      <dsp:spPr>
        <a:xfrm>
          <a:off x="7949362" y="578168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52555D-5134-4699-A762-2B289EE431DD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932E8E-CC5C-422C-A149-0126483A7F6C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Techniques to avoid: Regularization, Cross-validation</a:t>
          </a:r>
        </a:p>
      </dsp:txBody>
      <dsp:txXfrm>
        <a:off x="7346081" y="3053169"/>
        <a:ext cx="30937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2A48A6-60A0-4B4B-A946-7CFB37255EB3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TensorFlow: Developed by Google, widely used in production</a:t>
          </a:r>
        </a:p>
      </dsp:txBody>
      <dsp:txXfrm>
        <a:off x="1748064" y="2975"/>
        <a:ext cx="3342605" cy="2005563"/>
      </dsp:txXfrm>
    </dsp:sp>
    <dsp:sp modelId="{F1050116-B653-4E4A-BAFF-A9FCCAB8BB19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PyTorch: Favored by researchers for flexibility</a:t>
          </a:r>
        </a:p>
      </dsp:txBody>
      <dsp:txXfrm>
        <a:off x="5424930" y="2975"/>
        <a:ext cx="3342605" cy="2005563"/>
      </dsp:txXfrm>
    </dsp:sp>
    <dsp:sp modelId="{2F0900F5-8075-42A1-B2C6-F092CF717824}">
      <dsp:nvSpPr>
        <dsp:cNvPr id="0" name=""/>
        <dsp:cNvSpPr/>
      </dsp:nvSpPr>
      <dsp:spPr>
        <a:xfrm>
          <a:off x="1748064" y="2342799"/>
          <a:ext cx="3342605" cy="200556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scikit-learn: Excellent for traditional ML algorithms</a:t>
          </a:r>
        </a:p>
      </dsp:txBody>
      <dsp:txXfrm>
        <a:off x="1748064" y="2342799"/>
        <a:ext cx="3342605" cy="2005563"/>
      </dsp:txXfrm>
    </dsp:sp>
    <dsp:sp modelId="{FA4091CB-4D3D-4874-990D-5BFEA2546FF7}">
      <dsp:nvSpPr>
        <dsp:cNvPr id="0" name=""/>
        <dsp:cNvSpPr/>
      </dsp:nvSpPr>
      <dsp:spPr>
        <a:xfrm>
          <a:off x="5424930" y="2342799"/>
          <a:ext cx="3342605" cy="2005563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Keras: High-level API for easy model building</a:t>
          </a:r>
        </a:p>
      </dsp:txBody>
      <dsp:txXfrm>
        <a:off x="5424930" y="2342799"/>
        <a:ext cx="3342605" cy="200556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7215BE-C2EF-483D-B509-214DE5C7CA0A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F99E1-C0B8-433E-B7CD-6A2F47186498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ML is transforming industries like healthcare and finance</a:t>
          </a:r>
        </a:p>
      </dsp:txBody>
      <dsp:txXfrm>
        <a:off x="59990" y="2654049"/>
        <a:ext cx="3226223" cy="720000"/>
      </dsp:txXfrm>
    </dsp:sp>
    <dsp:sp modelId="{B4F569D8-60DC-4C28-ABC1-61040FEB04C0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1178D9-7A8C-490D-B126-31661CC81B89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Understanding fundamentals is key for modern development</a:t>
          </a:r>
        </a:p>
      </dsp:txBody>
      <dsp:txXfrm>
        <a:off x="3850802" y="2654049"/>
        <a:ext cx="3226223" cy="720000"/>
      </dsp:txXfrm>
    </dsp:sp>
    <dsp:sp modelId="{D2936CCF-536E-4263-B081-118A177C4725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C5382-B8A1-473C-9128-DE70254433E6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Encourages further exploration and hands-on practice</a:t>
          </a:r>
        </a:p>
      </dsp:txBody>
      <dsp:txXfrm>
        <a:off x="7641615" y="2654049"/>
        <a:ext cx="3226223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A32F6E-D175-49FF-9A33-1A605CEC227F}">
      <dsp:nvSpPr>
        <dsp:cNvPr id="0" name=""/>
        <dsp:cNvSpPr/>
      </dsp:nvSpPr>
      <dsp:spPr>
        <a:xfrm>
          <a:off x="679050" y="578168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9FBBEA-F707-4DA1-B19E-C5340AFBB9F3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027E0-C993-4504-83D1-808B7AA8A1A6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Thank you for your attention</a:t>
          </a:r>
        </a:p>
      </dsp:txBody>
      <dsp:txXfrm>
        <a:off x="75768" y="3053169"/>
        <a:ext cx="3093750" cy="720000"/>
      </dsp:txXfrm>
    </dsp:sp>
    <dsp:sp modelId="{E3743067-19C8-4CE6-9605-D27EB78DB275}">
      <dsp:nvSpPr>
        <dsp:cNvPr id="0" name=""/>
        <dsp:cNvSpPr/>
      </dsp:nvSpPr>
      <dsp:spPr>
        <a:xfrm>
          <a:off x="4314206" y="578168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F1A407-DC5F-4439-BB83-C4611F72BC13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79965B-C68A-405E-99F7-80CF90B26131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Questions are welcome</a:t>
          </a:r>
        </a:p>
      </dsp:txBody>
      <dsp:txXfrm>
        <a:off x="3710925" y="3053169"/>
        <a:ext cx="3093750" cy="720000"/>
      </dsp:txXfrm>
    </dsp:sp>
    <dsp:sp modelId="{C375AC9E-773E-486F-9EB4-78BE045104E8}">
      <dsp:nvSpPr>
        <dsp:cNvPr id="0" name=""/>
        <dsp:cNvSpPr/>
      </dsp:nvSpPr>
      <dsp:spPr>
        <a:xfrm>
          <a:off x="7949362" y="578168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E07F9F-FF11-4DBC-A8B3-2A256D6D2FE9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DCE568-7614-463F-A969-66FE15E08FB5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Contact information for follow-up</a:t>
          </a:r>
        </a:p>
      </dsp:txBody>
      <dsp:txXfrm>
        <a:off x="7346081" y="3053169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DEC72-A71A-4B81-9766-9E00849A386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C9451-C196-4849-AECB-97CEE93FE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24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with a warm welcome and set the stage for the importance of ML in today's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ML clearly, emphasizing its distinction from traditional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supervised learning with simple examples like spam detection or price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use cases like customer segmentation or data compression.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how reinforcement learning mimics human learning, e.g., training a robot to walk.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these foundational terms to build understanding for more complex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overfitting as a critical pitfall and how to mitigate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compare frameworks to guide tool selection based on project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transformative power of ML and motivate the audience to dive deeper.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the floor for questions and provide your contact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E3FE9A9F-ACBB-F9A0-14A7-780D415B3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22061" y="762538"/>
            <a:ext cx="5649349" cy="3199862"/>
          </a:xfrm>
        </p:spPr>
        <p:txBody>
          <a:bodyPr anchor="b">
            <a:normAutofit/>
          </a:bodyPr>
          <a:lstStyle/>
          <a:p>
            <a:pPr algn="l"/>
            <a:r>
              <a:rPr lang="en-US" sz="6600">
                <a:solidFill>
                  <a:srgbClr val="FFFFFF"/>
                </a:solidFill>
              </a:rP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2061" y="4312561"/>
            <a:ext cx="5649349" cy="1687815"/>
          </a:xfrm>
        </p:spPr>
        <p:txBody>
          <a:bodyPr anchor="t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Generated by AI PowerPoint Generator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onnsiteX0" fmla="*/ 0 w 5303520"/>
              <a:gd name="connsiteY0" fmla="*/ 0 h 18288"/>
              <a:gd name="connsiteX1" fmla="*/ 556870 w 5303520"/>
              <a:gd name="connsiteY1" fmla="*/ 0 h 18288"/>
              <a:gd name="connsiteX2" fmla="*/ 1272845 w 5303520"/>
              <a:gd name="connsiteY2" fmla="*/ 0 h 18288"/>
              <a:gd name="connsiteX3" fmla="*/ 1882750 w 5303520"/>
              <a:gd name="connsiteY3" fmla="*/ 0 h 18288"/>
              <a:gd name="connsiteX4" fmla="*/ 2439619 w 5303520"/>
              <a:gd name="connsiteY4" fmla="*/ 0 h 18288"/>
              <a:gd name="connsiteX5" fmla="*/ 3155594 w 5303520"/>
              <a:gd name="connsiteY5" fmla="*/ 0 h 18288"/>
              <a:gd name="connsiteX6" fmla="*/ 3818534 w 5303520"/>
              <a:gd name="connsiteY6" fmla="*/ 0 h 18288"/>
              <a:gd name="connsiteX7" fmla="*/ 4481474 w 5303520"/>
              <a:gd name="connsiteY7" fmla="*/ 0 h 18288"/>
              <a:gd name="connsiteX8" fmla="*/ 5303520 w 5303520"/>
              <a:gd name="connsiteY8" fmla="*/ 0 h 18288"/>
              <a:gd name="connsiteX9" fmla="*/ 5303520 w 5303520"/>
              <a:gd name="connsiteY9" fmla="*/ 18288 h 18288"/>
              <a:gd name="connsiteX10" fmla="*/ 4746650 w 5303520"/>
              <a:gd name="connsiteY10" fmla="*/ 18288 h 18288"/>
              <a:gd name="connsiteX11" fmla="*/ 4242816 w 5303520"/>
              <a:gd name="connsiteY11" fmla="*/ 18288 h 18288"/>
              <a:gd name="connsiteX12" fmla="*/ 3526841 w 5303520"/>
              <a:gd name="connsiteY12" fmla="*/ 18288 h 18288"/>
              <a:gd name="connsiteX13" fmla="*/ 2969971 w 5303520"/>
              <a:gd name="connsiteY13" fmla="*/ 18288 h 18288"/>
              <a:gd name="connsiteX14" fmla="*/ 2253996 w 5303520"/>
              <a:gd name="connsiteY14" fmla="*/ 18288 h 18288"/>
              <a:gd name="connsiteX15" fmla="*/ 1484986 w 5303520"/>
              <a:gd name="connsiteY15" fmla="*/ 18288 h 18288"/>
              <a:gd name="connsiteX16" fmla="*/ 875081 w 5303520"/>
              <a:gd name="connsiteY16" fmla="*/ 18288 h 18288"/>
              <a:gd name="connsiteX17" fmla="*/ 0 w 5303520"/>
              <a:gd name="connsiteY17" fmla="*/ 18288 h 18288"/>
              <a:gd name="connsiteX18" fmla="*/ 0 w 530352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 to Machine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DEC544-510D-52E4-AD39-00ECEA13EB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023150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E5A632B-B15A-489E-8337-BC0F40DB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05262" y="859948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is Machine Learning?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1547D7-AD18-407B-A5F4-F8225B5D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5452" y="434266"/>
            <a:ext cx="7217701" cy="5922084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06E00429-2C90-5022-ECCC-8961459640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1531666"/>
              </p:ext>
            </p:extLst>
          </p:nvPr>
        </p:nvGraphicFramePr>
        <p:xfrm>
          <a:off x="4763911" y="609600"/>
          <a:ext cx="6735443" cy="556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6200"/>
              <a:t>Types of Machine Learning: Supervised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78102642-F97B-64E4-A85F-CC22C2CD78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77283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Types of Machine Learning: Unsupervised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3A3C5B-746E-0A1F-50AB-99347778E6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282706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Types of Machine Learning: Reinforcement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C08FCB-EE49-2965-CA3A-DD9FEA8849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619329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ML Concepts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8418BB-7E38-9415-CB39-F6ADC6579B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6925792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Common Challenges: Overfitting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5E21FAB-DA17-4A02-1016-D6A51F22BE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6251083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Popular ML Frameworks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BCE796-3E15-5CC8-9F94-40A8F0249D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7904759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 and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689DBD-3D9C-5D5B-06D7-98001851D5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163537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Thank You &amp; Q&amp;A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D721CE-D1F1-3E97-46B5-A62159EA3C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893187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396</Words>
  <Application>Microsoft Office PowerPoint</Application>
  <PresentationFormat>Widescreen</PresentationFormat>
  <Paragraphs>54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Introduction to Machine Learning</vt:lpstr>
      <vt:lpstr>Introduction to Machine Learning</vt:lpstr>
      <vt:lpstr>What is Machine Learning?</vt:lpstr>
      <vt:lpstr>Types of Machine Learning: Supervised</vt:lpstr>
      <vt:lpstr>Types of Machine Learning: Unsupervised</vt:lpstr>
      <vt:lpstr>Types of Machine Learning: Reinforcement</vt:lpstr>
      <vt:lpstr>Key ML Concepts</vt:lpstr>
      <vt:lpstr>Common Challenges: Overfitting</vt:lpstr>
      <vt:lpstr>Popular ML Frameworks</vt:lpstr>
      <vt:lpstr>Conclusion and Impact</vt:lpstr>
      <vt:lpstr>Thank You &amp;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Chunpong Chan (CW)</cp:lastModifiedBy>
  <cp:revision>3</cp:revision>
  <dcterms:created xsi:type="dcterms:W3CDTF">2013-01-27T09:14:16Z</dcterms:created>
  <dcterms:modified xsi:type="dcterms:W3CDTF">2026-01-13T02:11:01Z</dcterms:modified>
  <cp:category/>
</cp:coreProperties>
</file>