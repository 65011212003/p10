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499" autoAdjust="0"/>
  </p:normalViewPr>
  <p:slideViewPr>
    <p:cSldViewPr snapToGrid="0" snapToObjects="1">
      <p:cViewPr varScale="1">
        <p:scale>
          <a:sx n="98" d="100"/>
          <a:sy n="98" d="100"/>
        </p:scale>
        <p:origin x="103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ata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ata10.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43.png"/><Relationship Id="rId7" Type="http://schemas.openxmlformats.org/officeDocument/2006/relationships/image" Target="../media/image2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ata11.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ata12.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35.png"/><Relationship Id="rId7" Type="http://schemas.openxmlformats.org/officeDocument/2006/relationships/image" Target="../media/image59.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58.svg"/><Relationship Id="rId5" Type="http://schemas.openxmlformats.org/officeDocument/2006/relationships/image" Target="../media/image57.png"/><Relationship Id="rId10" Type="http://schemas.openxmlformats.org/officeDocument/2006/relationships/image" Target="../media/image62.svg"/><Relationship Id="rId4" Type="http://schemas.openxmlformats.org/officeDocument/2006/relationships/image" Target="../media/image36.svg"/><Relationship Id="rId9" Type="http://schemas.openxmlformats.org/officeDocument/2006/relationships/image" Target="../media/image61.png"/></Relationships>
</file>

<file path=ppt/diagrams/_rels/data13.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19.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6.sv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svg"/><Relationship Id="rId4" Type="http://schemas.openxmlformats.org/officeDocument/2006/relationships/image" Target="../media/image20.svg"/><Relationship Id="rId9" Type="http://schemas.openxmlformats.org/officeDocument/2006/relationships/image" Target="../media/image6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43.png"/><Relationship Id="rId7" Type="http://schemas.openxmlformats.org/officeDocument/2006/relationships/image" Target="../media/image2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35.png"/><Relationship Id="rId7" Type="http://schemas.openxmlformats.org/officeDocument/2006/relationships/image" Target="../media/image59.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58.svg"/><Relationship Id="rId5" Type="http://schemas.openxmlformats.org/officeDocument/2006/relationships/image" Target="../media/image57.png"/><Relationship Id="rId10" Type="http://schemas.openxmlformats.org/officeDocument/2006/relationships/image" Target="../media/image62.svg"/><Relationship Id="rId4" Type="http://schemas.openxmlformats.org/officeDocument/2006/relationships/image" Target="../media/image36.svg"/><Relationship Id="rId9" Type="http://schemas.openxmlformats.org/officeDocument/2006/relationships/image" Target="../media/image61.png"/></Relationships>
</file>

<file path=ppt/diagrams/_rels/drawing13.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19.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6.sv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svg"/><Relationship Id="rId4" Type="http://schemas.openxmlformats.org/officeDocument/2006/relationships/image" Target="../media/image20.svg"/><Relationship Id="rId9" Type="http://schemas.openxmlformats.org/officeDocument/2006/relationships/image" Target="../media/image69.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0E9BC3-80EF-4BA1-B1E9-D340082A7BF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B9D2677-F52E-44ED-AE1C-DAFBB5101A67}">
      <dgm:prSet/>
      <dgm:spPr/>
      <dgm:t>
        <a:bodyPr/>
        <a:lstStyle/>
        <a:p>
          <a:r>
            <a:rPr lang="en-US"/>
            <a:t>Presentation on Machine Learning Fundamentals</a:t>
          </a:r>
        </a:p>
      </dgm:t>
    </dgm:pt>
    <dgm:pt modelId="{4AEF1B99-3D14-409F-AE71-A8E303731C3C}" type="parTrans" cxnId="{C4EE3EED-0D0A-49BD-BBFF-C40742343031}">
      <dgm:prSet/>
      <dgm:spPr/>
      <dgm:t>
        <a:bodyPr/>
        <a:lstStyle/>
        <a:p>
          <a:endParaRPr lang="en-US"/>
        </a:p>
      </dgm:t>
    </dgm:pt>
    <dgm:pt modelId="{1B40B3C5-B0B3-4E05-8E5B-6149890CB87D}" type="sibTrans" cxnId="{C4EE3EED-0D0A-49BD-BBFF-C40742343031}">
      <dgm:prSet/>
      <dgm:spPr/>
      <dgm:t>
        <a:bodyPr/>
        <a:lstStyle/>
        <a:p>
          <a:endParaRPr lang="en-US"/>
        </a:p>
      </dgm:t>
    </dgm:pt>
    <dgm:pt modelId="{55E1A7F6-DE97-4527-81FC-C33ACB258B94}">
      <dgm:prSet/>
      <dgm:spPr/>
      <dgm:t>
        <a:bodyPr/>
        <a:lstStyle/>
        <a:p>
          <a:r>
            <a:rPr lang="en-US"/>
            <a:t>Comprehensive overview of ML concepts, types, and applications</a:t>
          </a:r>
        </a:p>
      </dgm:t>
    </dgm:pt>
    <dgm:pt modelId="{3C99741B-63F1-437B-B9A5-9B31A734663E}" type="parTrans" cxnId="{C353DBFA-FE6A-496F-806C-C129495FD4CE}">
      <dgm:prSet/>
      <dgm:spPr/>
      <dgm:t>
        <a:bodyPr/>
        <a:lstStyle/>
        <a:p>
          <a:endParaRPr lang="en-US"/>
        </a:p>
      </dgm:t>
    </dgm:pt>
    <dgm:pt modelId="{73E2D1CA-433B-4623-94DF-6EEE323AFD38}" type="sibTrans" cxnId="{C353DBFA-FE6A-496F-806C-C129495FD4CE}">
      <dgm:prSet/>
      <dgm:spPr/>
      <dgm:t>
        <a:bodyPr/>
        <a:lstStyle/>
        <a:p>
          <a:endParaRPr lang="en-US"/>
        </a:p>
      </dgm:t>
    </dgm:pt>
    <dgm:pt modelId="{712D4448-7A15-4863-86D1-1CE5BF65CAE5}">
      <dgm:prSet/>
      <dgm:spPr/>
      <dgm:t>
        <a:bodyPr/>
        <a:lstStyle/>
        <a:p>
          <a:r>
            <a:rPr lang="en-US"/>
            <a:t>Designed for software developers, data enthusiasts, and technical professionals</a:t>
          </a:r>
        </a:p>
      </dgm:t>
    </dgm:pt>
    <dgm:pt modelId="{5B988FE1-7DF1-47E5-A15F-BDE6069F4B16}" type="parTrans" cxnId="{08ADE215-78D2-45F8-8B33-D19872A361E6}">
      <dgm:prSet/>
      <dgm:spPr/>
      <dgm:t>
        <a:bodyPr/>
        <a:lstStyle/>
        <a:p>
          <a:endParaRPr lang="en-US"/>
        </a:p>
      </dgm:t>
    </dgm:pt>
    <dgm:pt modelId="{B979F71A-417E-478F-A561-D7572EC5123B}" type="sibTrans" cxnId="{08ADE215-78D2-45F8-8B33-D19872A361E6}">
      <dgm:prSet/>
      <dgm:spPr/>
      <dgm:t>
        <a:bodyPr/>
        <a:lstStyle/>
        <a:p>
          <a:endParaRPr lang="en-US"/>
        </a:p>
      </dgm:t>
    </dgm:pt>
    <dgm:pt modelId="{747AC08D-949F-448F-8532-57BFDA49ABE7}">
      <dgm:prSet/>
      <dgm:spPr/>
      <dgm:t>
        <a:bodyPr/>
        <a:lstStyle/>
        <a:p>
          <a:r>
            <a:rPr lang="en-US"/>
            <a:t>Goal: Build foundational understanding of modern ML approaches</a:t>
          </a:r>
        </a:p>
      </dgm:t>
    </dgm:pt>
    <dgm:pt modelId="{72DFEE5A-5D78-430E-8CB5-6AD10AEC0826}" type="parTrans" cxnId="{ACCCEAF2-4574-429F-BE54-6B2D0D59AE0C}">
      <dgm:prSet/>
      <dgm:spPr/>
      <dgm:t>
        <a:bodyPr/>
        <a:lstStyle/>
        <a:p>
          <a:endParaRPr lang="en-US"/>
        </a:p>
      </dgm:t>
    </dgm:pt>
    <dgm:pt modelId="{2C852D35-EA02-4EE1-B2A1-85CBC4823653}" type="sibTrans" cxnId="{ACCCEAF2-4574-429F-BE54-6B2D0D59AE0C}">
      <dgm:prSet/>
      <dgm:spPr/>
      <dgm:t>
        <a:bodyPr/>
        <a:lstStyle/>
        <a:p>
          <a:endParaRPr lang="en-US"/>
        </a:p>
      </dgm:t>
    </dgm:pt>
    <dgm:pt modelId="{291C65AF-AAA0-4A2C-8D62-EC731A6A20F1}" type="pres">
      <dgm:prSet presAssocID="{E00E9BC3-80EF-4BA1-B1E9-D340082A7BF9}" presName="root" presStyleCnt="0">
        <dgm:presLayoutVars>
          <dgm:dir/>
          <dgm:resizeHandles val="exact"/>
        </dgm:presLayoutVars>
      </dgm:prSet>
      <dgm:spPr/>
    </dgm:pt>
    <dgm:pt modelId="{D7C46462-F6D9-4E0D-B928-CDE0367F6707}" type="pres">
      <dgm:prSet presAssocID="{CB9D2677-F52E-44ED-AE1C-DAFBB5101A67}" presName="compNode" presStyleCnt="0"/>
      <dgm:spPr/>
    </dgm:pt>
    <dgm:pt modelId="{C83ABB09-50B1-413D-A376-EB22B667C89E}" type="pres">
      <dgm:prSet presAssocID="{CB9D2677-F52E-44ED-AE1C-DAFBB5101A6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C3EAFFCD-0E9C-4AFA-A0D5-A399E2775365}" type="pres">
      <dgm:prSet presAssocID="{CB9D2677-F52E-44ED-AE1C-DAFBB5101A67}" presName="spaceRect" presStyleCnt="0"/>
      <dgm:spPr/>
    </dgm:pt>
    <dgm:pt modelId="{BAF1925A-890F-484A-ABBC-B04900A40C20}" type="pres">
      <dgm:prSet presAssocID="{CB9D2677-F52E-44ED-AE1C-DAFBB5101A67}" presName="textRect" presStyleLbl="revTx" presStyleIdx="0" presStyleCnt="4">
        <dgm:presLayoutVars>
          <dgm:chMax val="1"/>
          <dgm:chPref val="1"/>
        </dgm:presLayoutVars>
      </dgm:prSet>
      <dgm:spPr/>
    </dgm:pt>
    <dgm:pt modelId="{93AFD516-68F3-445C-A7A2-4080F4B48132}" type="pres">
      <dgm:prSet presAssocID="{1B40B3C5-B0B3-4E05-8E5B-6149890CB87D}" presName="sibTrans" presStyleCnt="0"/>
      <dgm:spPr/>
    </dgm:pt>
    <dgm:pt modelId="{899BD56D-AF37-4717-A0FB-8F0219F89BF8}" type="pres">
      <dgm:prSet presAssocID="{55E1A7F6-DE97-4527-81FC-C33ACB258B94}" presName="compNode" presStyleCnt="0"/>
      <dgm:spPr/>
    </dgm:pt>
    <dgm:pt modelId="{E9F26D78-12F4-4C45-8067-0BE70E5DB39C}" type="pres">
      <dgm:prSet presAssocID="{55E1A7F6-DE97-4527-81FC-C33ACB258B9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A1AF3CB9-175D-4A2D-9406-943F827F9867}" type="pres">
      <dgm:prSet presAssocID="{55E1A7F6-DE97-4527-81FC-C33ACB258B94}" presName="spaceRect" presStyleCnt="0"/>
      <dgm:spPr/>
    </dgm:pt>
    <dgm:pt modelId="{F5B2A47A-7C78-4230-98B8-9F00ACB2B586}" type="pres">
      <dgm:prSet presAssocID="{55E1A7F6-DE97-4527-81FC-C33ACB258B94}" presName="textRect" presStyleLbl="revTx" presStyleIdx="1" presStyleCnt="4">
        <dgm:presLayoutVars>
          <dgm:chMax val="1"/>
          <dgm:chPref val="1"/>
        </dgm:presLayoutVars>
      </dgm:prSet>
      <dgm:spPr/>
    </dgm:pt>
    <dgm:pt modelId="{729FED24-4ECF-4FB4-9FC0-1BC15DD61175}" type="pres">
      <dgm:prSet presAssocID="{73E2D1CA-433B-4623-94DF-6EEE323AFD38}" presName="sibTrans" presStyleCnt="0"/>
      <dgm:spPr/>
    </dgm:pt>
    <dgm:pt modelId="{E28F13AE-AB61-4283-A8A2-F4208B2B46A0}" type="pres">
      <dgm:prSet presAssocID="{712D4448-7A15-4863-86D1-1CE5BF65CAE5}" presName="compNode" presStyleCnt="0"/>
      <dgm:spPr/>
    </dgm:pt>
    <dgm:pt modelId="{1A0D39D4-1617-4BF6-9D34-F7F034A6444E}" type="pres">
      <dgm:prSet presAssocID="{712D4448-7A15-4863-86D1-1CE5BF65CAE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ACE61D93-2C7B-467E-B72B-980E170B034F}" type="pres">
      <dgm:prSet presAssocID="{712D4448-7A15-4863-86D1-1CE5BF65CAE5}" presName="spaceRect" presStyleCnt="0"/>
      <dgm:spPr/>
    </dgm:pt>
    <dgm:pt modelId="{614C9CEE-23EB-4C4B-8CF4-87EED85B5F1E}" type="pres">
      <dgm:prSet presAssocID="{712D4448-7A15-4863-86D1-1CE5BF65CAE5}" presName="textRect" presStyleLbl="revTx" presStyleIdx="2" presStyleCnt="4">
        <dgm:presLayoutVars>
          <dgm:chMax val="1"/>
          <dgm:chPref val="1"/>
        </dgm:presLayoutVars>
      </dgm:prSet>
      <dgm:spPr/>
    </dgm:pt>
    <dgm:pt modelId="{BC3FC4D5-1FEE-4FDC-BE49-F9D29AC95980}" type="pres">
      <dgm:prSet presAssocID="{B979F71A-417E-478F-A561-D7572EC5123B}" presName="sibTrans" presStyleCnt="0"/>
      <dgm:spPr/>
    </dgm:pt>
    <dgm:pt modelId="{9F50023C-997E-4FE1-BFEE-A216C0426EE8}" type="pres">
      <dgm:prSet presAssocID="{747AC08D-949F-448F-8532-57BFDA49ABE7}" presName="compNode" presStyleCnt="0"/>
      <dgm:spPr/>
    </dgm:pt>
    <dgm:pt modelId="{5EA8FEB2-7624-4010-BF65-B5D0E9AE126A}" type="pres">
      <dgm:prSet presAssocID="{747AC08D-949F-448F-8532-57BFDA49ABE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3C79EF53-D709-405B-BA87-172E8AC9A2F1}" type="pres">
      <dgm:prSet presAssocID="{747AC08D-949F-448F-8532-57BFDA49ABE7}" presName="spaceRect" presStyleCnt="0"/>
      <dgm:spPr/>
    </dgm:pt>
    <dgm:pt modelId="{090F89C0-4E26-42FC-BD31-E3709C3EEDC8}" type="pres">
      <dgm:prSet presAssocID="{747AC08D-949F-448F-8532-57BFDA49ABE7}" presName="textRect" presStyleLbl="revTx" presStyleIdx="3" presStyleCnt="4">
        <dgm:presLayoutVars>
          <dgm:chMax val="1"/>
          <dgm:chPref val="1"/>
        </dgm:presLayoutVars>
      </dgm:prSet>
      <dgm:spPr/>
    </dgm:pt>
  </dgm:ptLst>
  <dgm:cxnLst>
    <dgm:cxn modelId="{6935C207-FEF8-4736-997E-7EF1A015CE5E}" type="presOf" srcId="{712D4448-7A15-4863-86D1-1CE5BF65CAE5}" destId="{614C9CEE-23EB-4C4B-8CF4-87EED85B5F1E}" srcOrd="0" destOrd="0" presId="urn:microsoft.com/office/officeart/2018/2/layout/IconLabelList"/>
    <dgm:cxn modelId="{FE441214-0BEC-43B4-8ECE-0CFFF8789368}" type="presOf" srcId="{747AC08D-949F-448F-8532-57BFDA49ABE7}" destId="{090F89C0-4E26-42FC-BD31-E3709C3EEDC8}" srcOrd="0" destOrd="0" presId="urn:microsoft.com/office/officeart/2018/2/layout/IconLabelList"/>
    <dgm:cxn modelId="{08ADE215-78D2-45F8-8B33-D19872A361E6}" srcId="{E00E9BC3-80EF-4BA1-B1E9-D340082A7BF9}" destId="{712D4448-7A15-4863-86D1-1CE5BF65CAE5}" srcOrd="2" destOrd="0" parTransId="{5B988FE1-7DF1-47E5-A15F-BDE6069F4B16}" sibTransId="{B979F71A-417E-478F-A561-D7572EC5123B}"/>
    <dgm:cxn modelId="{07ABF6A5-3B80-4B7F-944B-BDCBFB5A5D46}" type="presOf" srcId="{E00E9BC3-80EF-4BA1-B1E9-D340082A7BF9}" destId="{291C65AF-AAA0-4A2C-8D62-EC731A6A20F1}" srcOrd="0" destOrd="0" presId="urn:microsoft.com/office/officeart/2018/2/layout/IconLabelList"/>
    <dgm:cxn modelId="{121946DB-4ECD-494B-85FE-7A35D0AA3D59}" type="presOf" srcId="{CB9D2677-F52E-44ED-AE1C-DAFBB5101A67}" destId="{BAF1925A-890F-484A-ABBC-B04900A40C20}" srcOrd="0" destOrd="0" presId="urn:microsoft.com/office/officeart/2018/2/layout/IconLabelList"/>
    <dgm:cxn modelId="{C4EE3EED-0D0A-49BD-BBFF-C40742343031}" srcId="{E00E9BC3-80EF-4BA1-B1E9-D340082A7BF9}" destId="{CB9D2677-F52E-44ED-AE1C-DAFBB5101A67}" srcOrd="0" destOrd="0" parTransId="{4AEF1B99-3D14-409F-AE71-A8E303731C3C}" sibTransId="{1B40B3C5-B0B3-4E05-8E5B-6149890CB87D}"/>
    <dgm:cxn modelId="{ACCCEAF2-4574-429F-BE54-6B2D0D59AE0C}" srcId="{E00E9BC3-80EF-4BA1-B1E9-D340082A7BF9}" destId="{747AC08D-949F-448F-8532-57BFDA49ABE7}" srcOrd="3" destOrd="0" parTransId="{72DFEE5A-5D78-430E-8CB5-6AD10AEC0826}" sibTransId="{2C852D35-EA02-4EE1-B2A1-85CBC4823653}"/>
    <dgm:cxn modelId="{88AE2AFA-D089-43E4-A9B7-30E078C3E170}" type="presOf" srcId="{55E1A7F6-DE97-4527-81FC-C33ACB258B94}" destId="{F5B2A47A-7C78-4230-98B8-9F00ACB2B586}" srcOrd="0" destOrd="0" presId="urn:microsoft.com/office/officeart/2018/2/layout/IconLabelList"/>
    <dgm:cxn modelId="{C353DBFA-FE6A-496F-806C-C129495FD4CE}" srcId="{E00E9BC3-80EF-4BA1-B1E9-D340082A7BF9}" destId="{55E1A7F6-DE97-4527-81FC-C33ACB258B94}" srcOrd="1" destOrd="0" parTransId="{3C99741B-63F1-437B-B9A5-9B31A734663E}" sibTransId="{73E2D1CA-433B-4623-94DF-6EEE323AFD38}"/>
    <dgm:cxn modelId="{056E22FE-6F79-40FF-8B46-5D40E138084E}" type="presParOf" srcId="{291C65AF-AAA0-4A2C-8D62-EC731A6A20F1}" destId="{D7C46462-F6D9-4E0D-B928-CDE0367F6707}" srcOrd="0" destOrd="0" presId="urn:microsoft.com/office/officeart/2018/2/layout/IconLabelList"/>
    <dgm:cxn modelId="{24BCD8A3-5759-4D29-BDC9-567689AA95BD}" type="presParOf" srcId="{D7C46462-F6D9-4E0D-B928-CDE0367F6707}" destId="{C83ABB09-50B1-413D-A376-EB22B667C89E}" srcOrd="0" destOrd="0" presId="urn:microsoft.com/office/officeart/2018/2/layout/IconLabelList"/>
    <dgm:cxn modelId="{2A348750-11E4-4214-B151-F9DF436CE59A}" type="presParOf" srcId="{D7C46462-F6D9-4E0D-B928-CDE0367F6707}" destId="{C3EAFFCD-0E9C-4AFA-A0D5-A399E2775365}" srcOrd="1" destOrd="0" presId="urn:microsoft.com/office/officeart/2018/2/layout/IconLabelList"/>
    <dgm:cxn modelId="{582D884A-C1BE-422E-9B87-DEC47731D6AE}" type="presParOf" srcId="{D7C46462-F6D9-4E0D-B928-CDE0367F6707}" destId="{BAF1925A-890F-484A-ABBC-B04900A40C20}" srcOrd="2" destOrd="0" presId="urn:microsoft.com/office/officeart/2018/2/layout/IconLabelList"/>
    <dgm:cxn modelId="{60F67BBD-6687-4A4A-BF61-E55CD4FF89EC}" type="presParOf" srcId="{291C65AF-AAA0-4A2C-8D62-EC731A6A20F1}" destId="{93AFD516-68F3-445C-A7A2-4080F4B48132}" srcOrd="1" destOrd="0" presId="urn:microsoft.com/office/officeart/2018/2/layout/IconLabelList"/>
    <dgm:cxn modelId="{D5A515DA-BE99-452D-ADCB-4419149F8D78}" type="presParOf" srcId="{291C65AF-AAA0-4A2C-8D62-EC731A6A20F1}" destId="{899BD56D-AF37-4717-A0FB-8F0219F89BF8}" srcOrd="2" destOrd="0" presId="urn:microsoft.com/office/officeart/2018/2/layout/IconLabelList"/>
    <dgm:cxn modelId="{E9B42A04-689C-4490-A30D-F2907E764208}" type="presParOf" srcId="{899BD56D-AF37-4717-A0FB-8F0219F89BF8}" destId="{E9F26D78-12F4-4C45-8067-0BE70E5DB39C}" srcOrd="0" destOrd="0" presId="urn:microsoft.com/office/officeart/2018/2/layout/IconLabelList"/>
    <dgm:cxn modelId="{B83DC8C3-D170-4FF5-9ABD-575D28DABC94}" type="presParOf" srcId="{899BD56D-AF37-4717-A0FB-8F0219F89BF8}" destId="{A1AF3CB9-175D-4A2D-9406-943F827F9867}" srcOrd="1" destOrd="0" presId="urn:microsoft.com/office/officeart/2018/2/layout/IconLabelList"/>
    <dgm:cxn modelId="{2ABE3597-787F-4667-8D71-373EA137EEF8}" type="presParOf" srcId="{899BD56D-AF37-4717-A0FB-8F0219F89BF8}" destId="{F5B2A47A-7C78-4230-98B8-9F00ACB2B586}" srcOrd="2" destOrd="0" presId="urn:microsoft.com/office/officeart/2018/2/layout/IconLabelList"/>
    <dgm:cxn modelId="{48D75529-A43E-4717-9968-E74916C7DD83}" type="presParOf" srcId="{291C65AF-AAA0-4A2C-8D62-EC731A6A20F1}" destId="{729FED24-4ECF-4FB4-9FC0-1BC15DD61175}" srcOrd="3" destOrd="0" presId="urn:microsoft.com/office/officeart/2018/2/layout/IconLabelList"/>
    <dgm:cxn modelId="{298925D6-F139-4FB3-95DE-7D27E1AD3DD5}" type="presParOf" srcId="{291C65AF-AAA0-4A2C-8D62-EC731A6A20F1}" destId="{E28F13AE-AB61-4283-A8A2-F4208B2B46A0}" srcOrd="4" destOrd="0" presId="urn:microsoft.com/office/officeart/2018/2/layout/IconLabelList"/>
    <dgm:cxn modelId="{AA410F16-FB70-44C3-AE93-2A3828A691CC}" type="presParOf" srcId="{E28F13AE-AB61-4283-A8A2-F4208B2B46A0}" destId="{1A0D39D4-1617-4BF6-9D34-F7F034A6444E}" srcOrd="0" destOrd="0" presId="urn:microsoft.com/office/officeart/2018/2/layout/IconLabelList"/>
    <dgm:cxn modelId="{937D56F1-9ABC-42E4-A457-5AC94CC751F5}" type="presParOf" srcId="{E28F13AE-AB61-4283-A8A2-F4208B2B46A0}" destId="{ACE61D93-2C7B-467E-B72B-980E170B034F}" srcOrd="1" destOrd="0" presId="urn:microsoft.com/office/officeart/2018/2/layout/IconLabelList"/>
    <dgm:cxn modelId="{2EFA3124-DD18-4C73-8FEE-A3BF0B47D7F3}" type="presParOf" srcId="{E28F13AE-AB61-4283-A8A2-F4208B2B46A0}" destId="{614C9CEE-23EB-4C4B-8CF4-87EED85B5F1E}" srcOrd="2" destOrd="0" presId="urn:microsoft.com/office/officeart/2018/2/layout/IconLabelList"/>
    <dgm:cxn modelId="{12C02A75-9408-4AE6-96A7-560914D44A56}" type="presParOf" srcId="{291C65AF-AAA0-4A2C-8D62-EC731A6A20F1}" destId="{BC3FC4D5-1FEE-4FDC-BE49-F9D29AC95980}" srcOrd="5" destOrd="0" presId="urn:microsoft.com/office/officeart/2018/2/layout/IconLabelList"/>
    <dgm:cxn modelId="{40591F9A-B6AB-4E52-81A6-7C32E59FBADD}" type="presParOf" srcId="{291C65AF-AAA0-4A2C-8D62-EC731A6A20F1}" destId="{9F50023C-997E-4FE1-BFEE-A216C0426EE8}" srcOrd="6" destOrd="0" presId="urn:microsoft.com/office/officeart/2018/2/layout/IconLabelList"/>
    <dgm:cxn modelId="{7A4503B0-19B0-4D8E-9B60-B7E75B571AE8}" type="presParOf" srcId="{9F50023C-997E-4FE1-BFEE-A216C0426EE8}" destId="{5EA8FEB2-7624-4010-BF65-B5D0E9AE126A}" srcOrd="0" destOrd="0" presId="urn:microsoft.com/office/officeart/2018/2/layout/IconLabelList"/>
    <dgm:cxn modelId="{48BE193F-E2C2-496B-BB71-224CAC317DF7}" type="presParOf" srcId="{9F50023C-997E-4FE1-BFEE-A216C0426EE8}" destId="{3C79EF53-D709-405B-BA87-172E8AC9A2F1}" srcOrd="1" destOrd="0" presId="urn:microsoft.com/office/officeart/2018/2/layout/IconLabelList"/>
    <dgm:cxn modelId="{69762F8E-1E71-49A4-846E-75AE16EBFA41}" type="presParOf" srcId="{9F50023C-997E-4FE1-BFEE-A216C0426EE8}" destId="{090F89C0-4E26-42FC-BD31-E3709C3EEDC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B91221-A3B6-4B1C-829E-48108B48CBC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10A41EB-57C4-4834-9561-17FBC1444C94}">
      <dgm:prSet/>
      <dgm:spPr/>
      <dgm:t>
        <a:bodyPr/>
        <a:lstStyle/>
        <a:p>
          <a:r>
            <a:rPr lang="en-US"/>
            <a:t>Subset of Artificial Intelligence (AI)</a:t>
          </a:r>
        </a:p>
      </dgm:t>
    </dgm:pt>
    <dgm:pt modelId="{0731510E-7BF3-409A-9EE8-DA30789B3430}" type="parTrans" cxnId="{CEA8BB5C-36DD-4BEB-B1EA-451E361E32CD}">
      <dgm:prSet/>
      <dgm:spPr/>
      <dgm:t>
        <a:bodyPr/>
        <a:lstStyle/>
        <a:p>
          <a:endParaRPr lang="en-US"/>
        </a:p>
      </dgm:t>
    </dgm:pt>
    <dgm:pt modelId="{FC9BA1B9-6F58-4061-B272-5AD8422CE0CD}" type="sibTrans" cxnId="{CEA8BB5C-36DD-4BEB-B1EA-451E361E32CD}">
      <dgm:prSet/>
      <dgm:spPr/>
      <dgm:t>
        <a:bodyPr/>
        <a:lstStyle/>
        <a:p>
          <a:endParaRPr lang="en-US"/>
        </a:p>
      </dgm:t>
    </dgm:pt>
    <dgm:pt modelId="{263564EB-E967-430F-9821-AAA38C38A5C5}">
      <dgm:prSet/>
      <dgm:spPr/>
      <dgm:t>
        <a:bodyPr/>
        <a:lstStyle/>
        <a:p>
          <a:r>
            <a:rPr lang="en-US"/>
            <a:t>Enables systems to learn and improve from experience without explicit programming</a:t>
          </a:r>
        </a:p>
      </dgm:t>
    </dgm:pt>
    <dgm:pt modelId="{6B3E388C-0133-4973-99D5-B4D289B8C01A}" type="parTrans" cxnId="{168CE5B1-D7B3-47A7-A890-AA414F083C0B}">
      <dgm:prSet/>
      <dgm:spPr/>
      <dgm:t>
        <a:bodyPr/>
        <a:lstStyle/>
        <a:p>
          <a:endParaRPr lang="en-US"/>
        </a:p>
      </dgm:t>
    </dgm:pt>
    <dgm:pt modelId="{57986F95-FFD5-449D-96F3-B52DB5B8BDBF}" type="sibTrans" cxnId="{168CE5B1-D7B3-47A7-A890-AA414F083C0B}">
      <dgm:prSet/>
      <dgm:spPr/>
      <dgm:t>
        <a:bodyPr/>
        <a:lstStyle/>
        <a:p>
          <a:endParaRPr lang="en-US"/>
        </a:p>
      </dgm:t>
    </dgm:pt>
    <dgm:pt modelId="{FFD0C5CF-4B10-437D-A647-AAF50680C27B}">
      <dgm:prSet/>
      <dgm:spPr/>
      <dgm:t>
        <a:bodyPr/>
        <a:lstStyle/>
        <a:p>
          <a:r>
            <a:rPr lang="en-US"/>
            <a:t>Core principle: Algorithms identify patterns in data to make predictions or decisions</a:t>
          </a:r>
        </a:p>
      </dgm:t>
    </dgm:pt>
    <dgm:pt modelId="{930070F3-00B4-4E72-A049-B1A3D4DBA544}" type="parTrans" cxnId="{2E37A63E-3675-485E-AE4F-82964007F1DE}">
      <dgm:prSet/>
      <dgm:spPr/>
      <dgm:t>
        <a:bodyPr/>
        <a:lstStyle/>
        <a:p>
          <a:endParaRPr lang="en-US"/>
        </a:p>
      </dgm:t>
    </dgm:pt>
    <dgm:pt modelId="{81223D9D-DA88-44BA-A384-2F98AF9634C0}" type="sibTrans" cxnId="{2E37A63E-3675-485E-AE4F-82964007F1DE}">
      <dgm:prSet/>
      <dgm:spPr/>
      <dgm:t>
        <a:bodyPr/>
        <a:lstStyle/>
        <a:p>
          <a:endParaRPr lang="en-US"/>
        </a:p>
      </dgm:t>
    </dgm:pt>
    <dgm:pt modelId="{EBE14E8C-EA48-44C1-8ADA-60B195A12196}">
      <dgm:prSet/>
      <dgm:spPr/>
      <dgm:t>
        <a:bodyPr/>
        <a:lstStyle/>
        <a:p>
          <a:r>
            <a:rPr lang="en-US"/>
            <a:t>Contrast with traditional programming: Instead of rules, ML uses data to derive rules</a:t>
          </a:r>
        </a:p>
      </dgm:t>
    </dgm:pt>
    <dgm:pt modelId="{6B04601B-1F6B-4003-B284-00765EE39E43}" type="parTrans" cxnId="{FB9CB9E7-1236-4762-882C-117BB521DAFA}">
      <dgm:prSet/>
      <dgm:spPr/>
      <dgm:t>
        <a:bodyPr/>
        <a:lstStyle/>
        <a:p>
          <a:endParaRPr lang="en-US"/>
        </a:p>
      </dgm:t>
    </dgm:pt>
    <dgm:pt modelId="{4DAAFBC1-5F6F-4389-AF3C-0462E43D7C8F}" type="sibTrans" cxnId="{FB9CB9E7-1236-4762-882C-117BB521DAFA}">
      <dgm:prSet/>
      <dgm:spPr/>
      <dgm:t>
        <a:bodyPr/>
        <a:lstStyle/>
        <a:p>
          <a:endParaRPr lang="en-US"/>
        </a:p>
      </dgm:t>
    </dgm:pt>
    <dgm:pt modelId="{224684A2-4E41-4E49-AC54-8C5FC626108E}" type="pres">
      <dgm:prSet presAssocID="{99B91221-A3B6-4B1C-829E-48108B48CBC7}" presName="root" presStyleCnt="0">
        <dgm:presLayoutVars>
          <dgm:dir/>
          <dgm:resizeHandles val="exact"/>
        </dgm:presLayoutVars>
      </dgm:prSet>
      <dgm:spPr/>
    </dgm:pt>
    <dgm:pt modelId="{D0F53F11-F266-47DE-8313-BBA8BAAFBDC3}" type="pres">
      <dgm:prSet presAssocID="{310A41EB-57C4-4834-9561-17FBC1444C94}" presName="compNode" presStyleCnt="0"/>
      <dgm:spPr/>
    </dgm:pt>
    <dgm:pt modelId="{D331A2AE-5661-47F4-9ADA-09F4BEC27A1C}" type="pres">
      <dgm:prSet presAssocID="{310A41EB-57C4-4834-9561-17FBC1444C9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3FDBAEFE-AE82-45D9-871C-00E522E56387}" type="pres">
      <dgm:prSet presAssocID="{310A41EB-57C4-4834-9561-17FBC1444C94}" presName="spaceRect" presStyleCnt="0"/>
      <dgm:spPr/>
    </dgm:pt>
    <dgm:pt modelId="{9F709E4E-41C6-4051-9112-75E0C5DE636D}" type="pres">
      <dgm:prSet presAssocID="{310A41EB-57C4-4834-9561-17FBC1444C94}" presName="textRect" presStyleLbl="revTx" presStyleIdx="0" presStyleCnt="4">
        <dgm:presLayoutVars>
          <dgm:chMax val="1"/>
          <dgm:chPref val="1"/>
        </dgm:presLayoutVars>
      </dgm:prSet>
      <dgm:spPr/>
    </dgm:pt>
    <dgm:pt modelId="{341A6367-5AD7-40A7-A33C-F5158AF99FE3}" type="pres">
      <dgm:prSet presAssocID="{FC9BA1B9-6F58-4061-B272-5AD8422CE0CD}" presName="sibTrans" presStyleCnt="0"/>
      <dgm:spPr/>
    </dgm:pt>
    <dgm:pt modelId="{E8173A76-95A1-487F-9F9E-986839200D95}" type="pres">
      <dgm:prSet presAssocID="{263564EB-E967-430F-9821-AAA38C38A5C5}" presName="compNode" presStyleCnt="0"/>
      <dgm:spPr/>
    </dgm:pt>
    <dgm:pt modelId="{CEAD1B19-3ABA-48A7-8356-20A9F4AEFE0F}" type="pres">
      <dgm:prSet presAssocID="{263564EB-E967-430F-9821-AAA38C38A5C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90CA0555-5458-49B8-91D0-20DB4F5AC04D}" type="pres">
      <dgm:prSet presAssocID="{263564EB-E967-430F-9821-AAA38C38A5C5}" presName="spaceRect" presStyleCnt="0"/>
      <dgm:spPr/>
    </dgm:pt>
    <dgm:pt modelId="{4E7C51AB-97CE-4F6F-99F0-3A313856C5DF}" type="pres">
      <dgm:prSet presAssocID="{263564EB-E967-430F-9821-AAA38C38A5C5}" presName="textRect" presStyleLbl="revTx" presStyleIdx="1" presStyleCnt="4">
        <dgm:presLayoutVars>
          <dgm:chMax val="1"/>
          <dgm:chPref val="1"/>
        </dgm:presLayoutVars>
      </dgm:prSet>
      <dgm:spPr/>
    </dgm:pt>
    <dgm:pt modelId="{42E387B5-C937-4BAF-B669-AE4146A439C4}" type="pres">
      <dgm:prSet presAssocID="{57986F95-FFD5-449D-96F3-B52DB5B8BDBF}" presName="sibTrans" presStyleCnt="0"/>
      <dgm:spPr/>
    </dgm:pt>
    <dgm:pt modelId="{1959408E-3274-48C6-A5FF-A9CCEE25C938}" type="pres">
      <dgm:prSet presAssocID="{FFD0C5CF-4B10-437D-A647-AAF50680C27B}" presName="compNode" presStyleCnt="0"/>
      <dgm:spPr/>
    </dgm:pt>
    <dgm:pt modelId="{48F574A7-B358-4C56-9CCD-8A83D61A4269}" type="pres">
      <dgm:prSet presAssocID="{FFD0C5CF-4B10-437D-A647-AAF50680C27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7DDEDCA1-A470-4FAF-ABD2-46B94714883C}" type="pres">
      <dgm:prSet presAssocID="{FFD0C5CF-4B10-437D-A647-AAF50680C27B}" presName="spaceRect" presStyleCnt="0"/>
      <dgm:spPr/>
    </dgm:pt>
    <dgm:pt modelId="{E9B450FF-96C9-428C-9908-13E0046851A9}" type="pres">
      <dgm:prSet presAssocID="{FFD0C5CF-4B10-437D-A647-AAF50680C27B}" presName="textRect" presStyleLbl="revTx" presStyleIdx="2" presStyleCnt="4">
        <dgm:presLayoutVars>
          <dgm:chMax val="1"/>
          <dgm:chPref val="1"/>
        </dgm:presLayoutVars>
      </dgm:prSet>
      <dgm:spPr/>
    </dgm:pt>
    <dgm:pt modelId="{7422009D-59E0-4A80-887A-481EB3313820}" type="pres">
      <dgm:prSet presAssocID="{81223D9D-DA88-44BA-A384-2F98AF9634C0}" presName="sibTrans" presStyleCnt="0"/>
      <dgm:spPr/>
    </dgm:pt>
    <dgm:pt modelId="{8858C837-1008-46CE-B788-D25CC5017940}" type="pres">
      <dgm:prSet presAssocID="{EBE14E8C-EA48-44C1-8ADA-60B195A12196}" presName="compNode" presStyleCnt="0"/>
      <dgm:spPr/>
    </dgm:pt>
    <dgm:pt modelId="{BA652850-95BB-419C-A9B7-ACD855D9DAAC}" type="pres">
      <dgm:prSet presAssocID="{EBE14E8C-EA48-44C1-8ADA-60B195A1219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ble"/>
        </a:ext>
      </dgm:extLst>
    </dgm:pt>
    <dgm:pt modelId="{781A9817-4696-4C15-BFD4-9609B5B79D40}" type="pres">
      <dgm:prSet presAssocID="{EBE14E8C-EA48-44C1-8ADA-60B195A12196}" presName="spaceRect" presStyleCnt="0"/>
      <dgm:spPr/>
    </dgm:pt>
    <dgm:pt modelId="{2387426B-D865-47A5-B055-CC0EFF9E1E07}" type="pres">
      <dgm:prSet presAssocID="{EBE14E8C-EA48-44C1-8ADA-60B195A12196}" presName="textRect" presStyleLbl="revTx" presStyleIdx="3" presStyleCnt="4">
        <dgm:presLayoutVars>
          <dgm:chMax val="1"/>
          <dgm:chPref val="1"/>
        </dgm:presLayoutVars>
      </dgm:prSet>
      <dgm:spPr/>
    </dgm:pt>
  </dgm:ptLst>
  <dgm:cxnLst>
    <dgm:cxn modelId="{A0C3FD03-6F85-46CB-9D31-60040057874B}" type="presOf" srcId="{EBE14E8C-EA48-44C1-8ADA-60B195A12196}" destId="{2387426B-D865-47A5-B055-CC0EFF9E1E07}" srcOrd="0" destOrd="0" presId="urn:microsoft.com/office/officeart/2018/2/layout/IconLabelList"/>
    <dgm:cxn modelId="{FFAEB33A-DC87-4ED3-B2D4-39EECB5E10EB}" type="presOf" srcId="{263564EB-E967-430F-9821-AAA38C38A5C5}" destId="{4E7C51AB-97CE-4F6F-99F0-3A313856C5DF}" srcOrd="0" destOrd="0" presId="urn:microsoft.com/office/officeart/2018/2/layout/IconLabelList"/>
    <dgm:cxn modelId="{3A3A6A3C-4463-4129-9D3F-0C0ED3A6563F}" type="presOf" srcId="{310A41EB-57C4-4834-9561-17FBC1444C94}" destId="{9F709E4E-41C6-4051-9112-75E0C5DE636D}" srcOrd="0" destOrd="0" presId="urn:microsoft.com/office/officeart/2018/2/layout/IconLabelList"/>
    <dgm:cxn modelId="{2E37A63E-3675-485E-AE4F-82964007F1DE}" srcId="{99B91221-A3B6-4B1C-829E-48108B48CBC7}" destId="{FFD0C5CF-4B10-437D-A647-AAF50680C27B}" srcOrd="2" destOrd="0" parTransId="{930070F3-00B4-4E72-A049-B1A3D4DBA544}" sibTransId="{81223D9D-DA88-44BA-A384-2F98AF9634C0}"/>
    <dgm:cxn modelId="{CEA8BB5C-36DD-4BEB-B1EA-451E361E32CD}" srcId="{99B91221-A3B6-4B1C-829E-48108B48CBC7}" destId="{310A41EB-57C4-4834-9561-17FBC1444C94}" srcOrd="0" destOrd="0" parTransId="{0731510E-7BF3-409A-9EE8-DA30789B3430}" sibTransId="{FC9BA1B9-6F58-4061-B272-5AD8422CE0CD}"/>
    <dgm:cxn modelId="{F4730F73-8775-4157-B2B7-70AF7504CD5D}" type="presOf" srcId="{99B91221-A3B6-4B1C-829E-48108B48CBC7}" destId="{224684A2-4E41-4E49-AC54-8C5FC626108E}" srcOrd="0" destOrd="0" presId="urn:microsoft.com/office/officeart/2018/2/layout/IconLabelList"/>
    <dgm:cxn modelId="{168CE5B1-D7B3-47A7-A890-AA414F083C0B}" srcId="{99B91221-A3B6-4B1C-829E-48108B48CBC7}" destId="{263564EB-E967-430F-9821-AAA38C38A5C5}" srcOrd="1" destOrd="0" parTransId="{6B3E388C-0133-4973-99D5-B4D289B8C01A}" sibTransId="{57986F95-FFD5-449D-96F3-B52DB5B8BDBF}"/>
    <dgm:cxn modelId="{3C05E1C1-9068-44E1-B38F-B97395A3B24A}" type="presOf" srcId="{FFD0C5CF-4B10-437D-A647-AAF50680C27B}" destId="{E9B450FF-96C9-428C-9908-13E0046851A9}" srcOrd="0" destOrd="0" presId="urn:microsoft.com/office/officeart/2018/2/layout/IconLabelList"/>
    <dgm:cxn modelId="{FB9CB9E7-1236-4762-882C-117BB521DAFA}" srcId="{99B91221-A3B6-4B1C-829E-48108B48CBC7}" destId="{EBE14E8C-EA48-44C1-8ADA-60B195A12196}" srcOrd="3" destOrd="0" parTransId="{6B04601B-1F6B-4003-B284-00765EE39E43}" sibTransId="{4DAAFBC1-5F6F-4389-AF3C-0462E43D7C8F}"/>
    <dgm:cxn modelId="{746F36C0-D7FF-466F-B1DE-3C138F50F99C}" type="presParOf" srcId="{224684A2-4E41-4E49-AC54-8C5FC626108E}" destId="{D0F53F11-F266-47DE-8313-BBA8BAAFBDC3}" srcOrd="0" destOrd="0" presId="urn:microsoft.com/office/officeart/2018/2/layout/IconLabelList"/>
    <dgm:cxn modelId="{8A0163B1-90A5-489F-8BF1-EB607A352144}" type="presParOf" srcId="{D0F53F11-F266-47DE-8313-BBA8BAAFBDC3}" destId="{D331A2AE-5661-47F4-9ADA-09F4BEC27A1C}" srcOrd="0" destOrd="0" presId="urn:microsoft.com/office/officeart/2018/2/layout/IconLabelList"/>
    <dgm:cxn modelId="{4F565AA7-D9A2-4482-B576-47C4BBD7CC5D}" type="presParOf" srcId="{D0F53F11-F266-47DE-8313-BBA8BAAFBDC3}" destId="{3FDBAEFE-AE82-45D9-871C-00E522E56387}" srcOrd="1" destOrd="0" presId="urn:microsoft.com/office/officeart/2018/2/layout/IconLabelList"/>
    <dgm:cxn modelId="{A1066A03-0945-44FE-8E2F-9C684B1BA44A}" type="presParOf" srcId="{D0F53F11-F266-47DE-8313-BBA8BAAFBDC3}" destId="{9F709E4E-41C6-4051-9112-75E0C5DE636D}" srcOrd="2" destOrd="0" presId="urn:microsoft.com/office/officeart/2018/2/layout/IconLabelList"/>
    <dgm:cxn modelId="{DB1B68F1-0DD7-466F-A3CA-0301AC3343DC}" type="presParOf" srcId="{224684A2-4E41-4E49-AC54-8C5FC626108E}" destId="{341A6367-5AD7-40A7-A33C-F5158AF99FE3}" srcOrd="1" destOrd="0" presId="urn:microsoft.com/office/officeart/2018/2/layout/IconLabelList"/>
    <dgm:cxn modelId="{B703D22F-A802-4443-9B7D-DE27623A1064}" type="presParOf" srcId="{224684A2-4E41-4E49-AC54-8C5FC626108E}" destId="{E8173A76-95A1-487F-9F9E-986839200D95}" srcOrd="2" destOrd="0" presId="urn:microsoft.com/office/officeart/2018/2/layout/IconLabelList"/>
    <dgm:cxn modelId="{CB85E646-6ED3-414B-99ED-31B46E3AAE13}" type="presParOf" srcId="{E8173A76-95A1-487F-9F9E-986839200D95}" destId="{CEAD1B19-3ABA-48A7-8356-20A9F4AEFE0F}" srcOrd="0" destOrd="0" presId="urn:microsoft.com/office/officeart/2018/2/layout/IconLabelList"/>
    <dgm:cxn modelId="{C18B5044-ABC5-4E35-A2AA-F3DF1864FD4F}" type="presParOf" srcId="{E8173A76-95A1-487F-9F9E-986839200D95}" destId="{90CA0555-5458-49B8-91D0-20DB4F5AC04D}" srcOrd="1" destOrd="0" presId="urn:microsoft.com/office/officeart/2018/2/layout/IconLabelList"/>
    <dgm:cxn modelId="{CECF2F06-0257-4F3E-B8D8-15D341CB83C3}" type="presParOf" srcId="{E8173A76-95A1-487F-9F9E-986839200D95}" destId="{4E7C51AB-97CE-4F6F-99F0-3A313856C5DF}" srcOrd="2" destOrd="0" presId="urn:microsoft.com/office/officeart/2018/2/layout/IconLabelList"/>
    <dgm:cxn modelId="{012D4F8D-F72C-4667-97A1-3F4482C3A793}" type="presParOf" srcId="{224684A2-4E41-4E49-AC54-8C5FC626108E}" destId="{42E387B5-C937-4BAF-B669-AE4146A439C4}" srcOrd="3" destOrd="0" presId="urn:microsoft.com/office/officeart/2018/2/layout/IconLabelList"/>
    <dgm:cxn modelId="{BF2E08F9-AB8B-4A7E-BD3F-82B56098925D}" type="presParOf" srcId="{224684A2-4E41-4E49-AC54-8C5FC626108E}" destId="{1959408E-3274-48C6-A5FF-A9CCEE25C938}" srcOrd="4" destOrd="0" presId="urn:microsoft.com/office/officeart/2018/2/layout/IconLabelList"/>
    <dgm:cxn modelId="{5D121A70-4B30-4FE1-9E86-6A2747FAAECD}" type="presParOf" srcId="{1959408E-3274-48C6-A5FF-A9CCEE25C938}" destId="{48F574A7-B358-4C56-9CCD-8A83D61A4269}" srcOrd="0" destOrd="0" presId="urn:microsoft.com/office/officeart/2018/2/layout/IconLabelList"/>
    <dgm:cxn modelId="{694A3C4F-715C-4013-8459-B6ECF4D281BD}" type="presParOf" srcId="{1959408E-3274-48C6-A5FF-A9CCEE25C938}" destId="{7DDEDCA1-A470-4FAF-ABD2-46B94714883C}" srcOrd="1" destOrd="0" presId="urn:microsoft.com/office/officeart/2018/2/layout/IconLabelList"/>
    <dgm:cxn modelId="{79C954B7-3A30-46E8-807C-6D5CD33A4641}" type="presParOf" srcId="{1959408E-3274-48C6-A5FF-A9CCEE25C938}" destId="{E9B450FF-96C9-428C-9908-13E0046851A9}" srcOrd="2" destOrd="0" presId="urn:microsoft.com/office/officeart/2018/2/layout/IconLabelList"/>
    <dgm:cxn modelId="{A7D1CFB0-3B8E-44B5-8B4C-E16F688DF3D9}" type="presParOf" srcId="{224684A2-4E41-4E49-AC54-8C5FC626108E}" destId="{7422009D-59E0-4A80-887A-481EB3313820}" srcOrd="5" destOrd="0" presId="urn:microsoft.com/office/officeart/2018/2/layout/IconLabelList"/>
    <dgm:cxn modelId="{61DB9AD1-E5A0-41A6-A49D-CFA976CE6BA4}" type="presParOf" srcId="{224684A2-4E41-4E49-AC54-8C5FC626108E}" destId="{8858C837-1008-46CE-B788-D25CC5017940}" srcOrd="6" destOrd="0" presId="urn:microsoft.com/office/officeart/2018/2/layout/IconLabelList"/>
    <dgm:cxn modelId="{50A37CFC-0014-4C11-A94F-CEF7A96418F5}" type="presParOf" srcId="{8858C837-1008-46CE-B788-D25CC5017940}" destId="{BA652850-95BB-419C-A9B7-ACD855D9DAAC}" srcOrd="0" destOrd="0" presId="urn:microsoft.com/office/officeart/2018/2/layout/IconLabelList"/>
    <dgm:cxn modelId="{ADB3FF50-661F-44E6-A7EB-15D18F3E9CFC}" type="presParOf" srcId="{8858C837-1008-46CE-B788-D25CC5017940}" destId="{781A9817-4696-4C15-BFD4-9609B5B79D40}" srcOrd="1" destOrd="0" presId="urn:microsoft.com/office/officeart/2018/2/layout/IconLabelList"/>
    <dgm:cxn modelId="{E0087387-7FF1-4F3F-B5D2-53C8E55D2B8D}" type="presParOf" srcId="{8858C837-1008-46CE-B788-D25CC5017940}" destId="{2387426B-D865-47A5-B055-CC0EFF9E1E0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6604857-BC0D-466D-A555-E9F6489B2A70}"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CD278A5-6886-4A08-9B22-E5B97D49BFF5}">
      <dgm:prSet/>
      <dgm:spPr/>
      <dgm:t>
        <a:bodyPr/>
        <a:lstStyle/>
        <a:p>
          <a:pPr>
            <a:defRPr cap="all"/>
          </a:pPr>
          <a:r>
            <a:rPr lang="en-US"/>
            <a:t>Three primary paradigms based on learning approach and data availability</a:t>
          </a:r>
        </a:p>
      </dgm:t>
    </dgm:pt>
    <dgm:pt modelId="{C0F4B371-3763-416F-B868-9543621421E3}" type="parTrans" cxnId="{BA194E14-2430-4112-8377-F63CD1CB69E8}">
      <dgm:prSet/>
      <dgm:spPr/>
      <dgm:t>
        <a:bodyPr/>
        <a:lstStyle/>
        <a:p>
          <a:endParaRPr lang="en-US"/>
        </a:p>
      </dgm:t>
    </dgm:pt>
    <dgm:pt modelId="{E0B295D2-F7BC-4205-BA86-81E37ACCE660}" type="sibTrans" cxnId="{BA194E14-2430-4112-8377-F63CD1CB69E8}">
      <dgm:prSet/>
      <dgm:spPr/>
      <dgm:t>
        <a:bodyPr/>
        <a:lstStyle/>
        <a:p>
          <a:endParaRPr lang="en-US"/>
        </a:p>
      </dgm:t>
    </dgm:pt>
    <dgm:pt modelId="{18A71D31-E6A6-417B-91C8-D8C089B773BD}">
      <dgm:prSet/>
      <dgm:spPr/>
      <dgm:t>
        <a:bodyPr/>
        <a:lstStyle/>
        <a:p>
          <a:pPr>
            <a:defRPr cap="all"/>
          </a:pPr>
          <a:r>
            <a:rPr lang="en-US"/>
            <a:t>1. Supervised Learning: Learning with a teacher (labeled data)</a:t>
          </a:r>
        </a:p>
      </dgm:t>
    </dgm:pt>
    <dgm:pt modelId="{66E01359-0F40-4AD4-99CC-EB9F007AF293}" type="parTrans" cxnId="{30507080-D929-444A-BE70-9FA6F74A9B67}">
      <dgm:prSet/>
      <dgm:spPr/>
      <dgm:t>
        <a:bodyPr/>
        <a:lstStyle/>
        <a:p>
          <a:endParaRPr lang="en-US"/>
        </a:p>
      </dgm:t>
    </dgm:pt>
    <dgm:pt modelId="{408BD7A1-A549-48C3-B3A4-4EEF52765106}" type="sibTrans" cxnId="{30507080-D929-444A-BE70-9FA6F74A9B67}">
      <dgm:prSet/>
      <dgm:spPr/>
      <dgm:t>
        <a:bodyPr/>
        <a:lstStyle/>
        <a:p>
          <a:endParaRPr lang="en-US"/>
        </a:p>
      </dgm:t>
    </dgm:pt>
    <dgm:pt modelId="{E00D6D66-E277-4D1C-9375-E4EB1D2BA87F}">
      <dgm:prSet/>
      <dgm:spPr/>
      <dgm:t>
        <a:bodyPr/>
        <a:lstStyle/>
        <a:p>
          <a:pPr>
            <a:defRPr cap="all"/>
          </a:pPr>
          <a:r>
            <a:rPr lang="en-US"/>
            <a:t>2. Unsupervised Learning: Learning without a teacher (unlabeled data)</a:t>
          </a:r>
        </a:p>
      </dgm:t>
    </dgm:pt>
    <dgm:pt modelId="{185B07A0-7F3E-4035-B88A-F3E458F747BB}" type="parTrans" cxnId="{DCF4F372-9955-44E7-8072-5766767C58D9}">
      <dgm:prSet/>
      <dgm:spPr/>
      <dgm:t>
        <a:bodyPr/>
        <a:lstStyle/>
        <a:p>
          <a:endParaRPr lang="en-US"/>
        </a:p>
      </dgm:t>
    </dgm:pt>
    <dgm:pt modelId="{B00DE8D6-EB1E-490B-BB91-DE29BCEAF004}" type="sibTrans" cxnId="{DCF4F372-9955-44E7-8072-5766767C58D9}">
      <dgm:prSet/>
      <dgm:spPr/>
      <dgm:t>
        <a:bodyPr/>
        <a:lstStyle/>
        <a:p>
          <a:endParaRPr lang="en-US"/>
        </a:p>
      </dgm:t>
    </dgm:pt>
    <dgm:pt modelId="{1401A707-78EB-43C3-AE29-D27E8473BADE}">
      <dgm:prSet/>
      <dgm:spPr/>
      <dgm:t>
        <a:bodyPr/>
        <a:lstStyle/>
        <a:p>
          <a:pPr>
            <a:defRPr cap="all"/>
          </a:pPr>
          <a:r>
            <a:rPr lang="en-US"/>
            <a:t>3. Reinforcement Learning: Learning by interaction and feedback from environment</a:t>
          </a:r>
        </a:p>
      </dgm:t>
    </dgm:pt>
    <dgm:pt modelId="{8A3C9ACA-A65C-40F8-B37F-F3E4099D7542}" type="parTrans" cxnId="{D13E5C91-643B-4DE3-AD16-1634F036A327}">
      <dgm:prSet/>
      <dgm:spPr/>
      <dgm:t>
        <a:bodyPr/>
        <a:lstStyle/>
        <a:p>
          <a:endParaRPr lang="en-US"/>
        </a:p>
      </dgm:t>
    </dgm:pt>
    <dgm:pt modelId="{31DCB050-61BB-4D12-8C00-C1C69B4CD2A3}" type="sibTrans" cxnId="{D13E5C91-643B-4DE3-AD16-1634F036A327}">
      <dgm:prSet/>
      <dgm:spPr/>
      <dgm:t>
        <a:bodyPr/>
        <a:lstStyle/>
        <a:p>
          <a:endParaRPr lang="en-US"/>
        </a:p>
      </dgm:t>
    </dgm:pt>
    <dgm:pt modelId="{A4EFDE7C-91C3-4BCD-8F4B-052FB93175D1}" type="pres">
      <dgm:prSet presAssocID="{D6604857-BC0D-466D-A555-E9F6489B2A70}" presName="root" presStyleCnt="0">
        <dgm:presLayoutVars>
          <dgm:dir/>
          <dgm:resizeHandles val="exact"/>
        </dgm:presLayoutVars>
      </dgm:prSet>
      <dgm:spPr/>
    </dgm:pt>
    <dgm:pt modelId="{676362BF-6189-4099-8E48-3A5F5381D90D}" type="pres">
      <dgm:prSet presAssocID="{FCD278A5-6886-4A08-9B22-E5B97D49BFF5}" presName="compNode" presStyleCnt="0"/>
      <dgm:spPr/>
    </dgm:pt>
    <dgm:pt modelId="{F991177E-7825-41AD-A770-9F983B11675E}" type="pres">
      <dgm:prSet presAssocID="{FCD278A5-6886-4A08-9B22-E5B97D49BFF5}" presName="iconBgRect" presStyleLbl="bgShp" presStyleIdx="0" presStyleCnt="4"/>
      <dgm:spPr/>
    </dgm:pt>
    <dgm:pt modelId="{CBFB7900-A336-4F14-A0CB-F62921B65E0F}" type="pres">
      <dgm:prSet presAssocID="{FCD278A5-6886-4A08-9B22-E5B97D49BFF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12486A8E-9433-4BCB-BCCB-78CFDB86F756}" type="pres">
      <dgm:prSet presAssocID="{FCD278A5-6886-4A08-9B22-E5B97D49BFF5}" presName="spaceRect" presStyleCnt="0"/>
      <dgm:spPr/>
    </dgm:pt>
    <dgm:pt modelId="{2FA5BFFB-D4F2-4187-A490-B03F7D89EE37}" type="pres">
      <dgm:prSet presAssocID="{FCD278A5-6886-4A08-9B22-E5B97D49BFF5}" presName="textRect" presStyleLbl="revTx" presStyleIdx="0" presStyleCnt="4">
        <dgm:presLayoutVars>
          <dgm:chMax val="1"/>
          <dgm:chPref val="1"/>
        </dgm:presLayoutVars>
      </dgm:prSet>
      <dgm:spPr/>
    </dgm:pt>
    <dgm:pt modelId="{9BD4BC15-5FAD-4096-8939-D30AB78ED705}" type="pres">
      <dgm:prSet presAssocID="{E0B295D2-F7BC-4205-BA86-81E37ACCE660}" presName="sibTrans" presStyleCnt="0"/>
      <dgm:spPr/>
    </dgm:pt>
    <dgm:pt modelId="{264D8D35-122F-4409-9D3B-003F8C80F8C8}" type="pres">
      <dgm:prSet presAssocID="{18A71D31-E6A6-417B-91C8-D8C089B773BD}" presName="compNode" presStyleCnt="0"/>
      <dgm:spPr/>
    </dgm:pt>
    <dgm:pt modelId="{679BE533-B72C-46C3-8051-12DCC1B418F4}" type="pres">
      <dgm:prSet presAssocID="{18A71D31-E6A6-417B-91C8-D8C089B773BD}" presName="iconBgRect" presStyleLbl="bgShp" presStyleIdx="1" presStyleCnt="4"/>
      <dgm:spPr/>
    </dgm:pt>
    <dgm:pt modelId="{C42C961E-BFA3-4360-8A78-2BE97655E197}" type="pres">
      <dgm:prSet presAssocID="{18A71D31-E6A6-417B-91C8-D8C089B773B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736298EC-D70C-4F50-A5FD-A166B03CCDE7}" type="pres">
      <dgm:prSet presAssocID="{18A71D31-E6A6-417B-91C8-D8C089B773BD}" presName="spaceRect" presStyleCnt="0"/>
      <dgm:spPr/>
    </dgm:pt>
    <dgm:pt modelId="{B1524BE0-92FB-48E3-A13A-0D29BFE6426F}" type="pres">
      <dgm:prSet presAssocID="{18A71D31-E6A6-417B-91C8-D8C089B773BD}" presName="textRect" presStyleLbl="revTx" presStyleIdx="1" presStyleCnt="4">
        <dgm:presLayoutVars>
          <dgm:chMax val="1"/>
          <dgm:chPref val="1"/>
        </dgm:presLayoutVars>
      </dgm:prSet>
      <dgm:spPr/>
    </dgm:pt>
    <dgm:pt modelId="{602A3B46-973F-422F-92ED-4CF7EE5C8014}" type="pres">
      <dgm:prSet presAssocID="{408BD7A1-A549-48C3-B3A4-4EEF52765106}" presName="sibTrans" presStyleCnt="0"/>
      <dgm:spPr/>
    </dgm:pt>
    <dgm:pt modelId="{1AA3604A-B517-4448-99B1-6E3AC808B88F}" type="pres">
      <dgm:prSet presAssocID="{E00D6D66-E277-4D1C-9375-E4EB1D2BA87F}" presName="compNode" presStyleCnt="0"/>
      <dgm:spPr/>
    </dgm:pt>
    <dgm:pt modelId="{DBE303F1-B82A-48E5-BF55-2F16A0DA0932}" type="pres">
      <dgm:prSet presAssocID="{E00D6D66-E277-4D1C-9375-E4EB1D2BA87F}" presName="iconBgRect" presStyleLbl="bgShp" presStyleIdx="2" presStyleCnt="4"/>
      <dgm:spPr/>
    </dgm:pt>
    <dgm:pt modelId="{F709DD90-9D47-4125-A54F-F7B63968ABA0}" type="pres">
      <dgm:prSet presAssocID="{E00D6D66-E277-4D1C-9375-E4EB1D2BA87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aduation Cap"/>
        </a:ext>
      </dgm:extLst>
    </dgm:pt>
    <dgm:pt modelId="{BE88250D-F068-45B2-BCA9-F43CA86C12A2}" type="pres">
      <dgm:prSet presAssocID="{E00D6D66-E277-4D1C-9375-E4EB1D2BA87F}" presName="spaceRect" presStyleCnt="0"/>
      <dgm:spPr/>
    </dgm:pt>
    <dgm:pt modelId="{AF2289D5-E30B-42EE-BB86-1FBCE58C9673}" type="pres">
      <dgm:prSet presAssocID="{E00D6D66-E277-4D1C-9375-E4EB1D2BA87F}" presName="textRect" presStyleLbl="revTx" presStyleIdx="2" presStyleCnt="4">
        <dgm:presLayoutVars>
          <dgm:chMax val="1"/>
          <dgm:chPref val="1"/>
        </dgm:presLayoutVars>
      </dgm:prSet>
      <dgm:spPr/>
    </dgm:pt>
    <dgm:pt modelId="{76F577EA-196E-4CB2-B7E0-4B3DF651BDF3}" type="pres">
      <dgm:prSet presAssocID="{B00DE8D6-EB1E-490B-BB91-DE29BCEAF004}" presName="sibTrans" presStyleCnt="0"/>
      <dgm:spPr/>
    </dgm:pt>
    <dgm:pt modelId="{28D4A638-A667-4B8C-938C-C668DAFA147E}" type="pres">
      <dgm:prSet presAssocID="{1401A707-78EB-43C3-AE29-D27E8473BADE}" presName="compNode" presStyleCnt="0"/>
      <dgm:spPr/>
    </dgm:pt>
    <dgm:pt modelId="{DD9F9459-F5D5-45D2-9A22-ADA3F4471DE5}" type="pres">
      <dgm:prSet presAssocID="{1401A707-78EB-43C3-AE29-D27E8473BADE}" presName="iconBgRect" presStyleLbl="bgShp" presStyleIdx="3" presStyleCnt="4"/>
      <dgm:spPr/>
    </dgm:pt>
    <dgm:pt modelId="{8E269092-8F69-4FAE-B905-A1CF593E8C79}" type="pres">
      <dgm:prSet presAssocID="{1401A707-78EB-43C3-AE29-D27E8473BAD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Network"/>
        </a:ext>
      </dgm:extLst>
    </dgm:pt>
    <dgm:pt modelId="{A5C891D4-47B2-46D2-93CD-54D1882AFC17}" type="pres">
      <dgm:prSet presAssocID="{1401A707-78EB-43C3-AE29-D27E8473BADE}" presName="spaceRect" presStyleCnt="0"/>
      <dgm:spPr/>
    </dgm:pt>
    <dgm:pt modelId="{CABD3507-C72D-481F-A8F8-4028A96FAA4B}" type="pres">
      <dgm:prSet presAssocID="{1401A707-78EB-43C3-AE29-D27E8473BADE}" presName="textRect" presStyleLbl="revTx" presStyleIdx="3" presStyleCnt="4">
        <dgm:presLayoutVars>
          <dgm:chMax val="1"/>
          <dgm:chPref val="1"/>
        </dgm:presLayoutVars>
      </dgm:prSet>
      <dgm:spPr/>
    </dgm:pt>
  </dgm:ptLst>
  <dgm:cxnLst>
    <dgm:cxn modelId="{439DF501-2EDA-42F1-BBA2-A16253A018B1}" type="presOf" srcId="{18A71D31-E6A6-417B-91C8-D8C089B773BD}" destId="{B1524BE0-92FB-48E3-A13A-0D29BFE6426F}" srcOrd="0" destOrd="0" presId="urn:microsoft.com/office/officeart/2018/5/layout/IconCircleLabelList"/>
    <dgm:cxn modelId="{2580A902-7F4F-4A90-A599-B934E74FBB2F}" type="presOf" srcId="{E00D6D66-E277-4D1C-9375-E4EB1D2BA87F}" destId="{AF2289D5-E30B-42EE-BB86-1FBCE58C9673}" srcOrd="0" destOrd="0" presId="urn:microsoft.com/office/officeart/2018/5/layout/IconCircleLabelList"/>
    <dgm:cxn modelId="{BA194E14-2430-4112-8377-F63CD1CB69E8}" srcId="{D6604857-BC0D-466D-A555-E9F6489B2A70}" destId="{FCD278A5-6886-4A08-9B22-E5B97D49BFF5}" srcOrd="0" destOrd="0" parTransId="{C0F4B371-3763-416F-B868-9543621421E3}" sibTransId="{E0B295D2-F7BC-4205-BA86-81E37ACCE660}"/>
    <dgm:cxn modelId="{DCF4F372-9955-44E7-8072-5766767C58D9}" srcId="{D6604857-BC0D-466D-A555-E9F6489B2A70}" destId="{E00D6D66-E277-4D1C-9375-E4EB1D2BA87F}" srcOrd="2" destOrd="0" parTransId="{185B07A0-7F3E-4035-B88A-F3E458F747BB}" sibTransId="{B00DE8D6-EB1E-490B-BB91-DE29BCEAF004}"/>
    <dgm:cxn modelId="{30507080-D929-444A-BE70-9FA6F74A9B67}" srcId="{D6604857-BC0D-466D-A555-E9F6489B2A70}" destId="{18A71D31-E6A6-417B-91C8-D8C089B773BD}" srcOrd="1" destOrd="0" parTransId="{66E01359-0F40-4AD4-99CC-EB9F007AF293}" sibTransId="{408BD7A1-A549-48C3-B3A4-4EEF52765106}"/>
    <dgm:cxn modelId="{D13E5C91-643B-4DE3-AD16-1634F036A327}" srcId="{D6604857-BC0D-466D-A555-E9F6489B2A70}" destId="{1401A707-78EB-43C3-AE29-D27E8473BADE}" srcOrd="3" destOrd="0" parTransId="{8A3C9ACA-A65C-40F8-B37F-F3E4099D7542}" sibTransId="{31DCB050-61BB-4D12-8C00-C1C69B4CD2A3}"/>
    <dgm:cxn modelId="{115EAFA9-4DC8-40A8-95BA-A4BF73E7F54D}" type="presOf" srcId="{1401A707-78EB-43C3-AE29-D27E8473BADE}" destId="{CABD3507-C72D-481F-A8F8-4028A96FAA4B}" srcOrd="0" destOrd="0" presId="urn:microsoft.com/office/officeart/2018/5/layout/IconCircleLabelList"/>
    <dgm:cxn modelId="{3BFEA2B9-DF33-4F94-B408-C0F614623278}" type="presOf" srcId="{D6604857-BC0D-466D-A555-E9F6489B2A70}" destId="{A4EFDE7C-91C3-4BCD-8F4B-052FB93175D1}" srcOrd="0" destOrd="0" presId="urn:microsoft.com/office/officeart/2018/5/layout/IconCircleLabelList"/>
    <dgm:cxn modelId="{093C50EE-D089-4ABE-BD00-1F7BE80BAEC5}" type="presOf" srcId="{FCD278A5-6886-4A08-9B22-E5B97D49BFF5}" destId="{2FA5BFFB-D4F2-4187-A490-B03F7D89EE37}" srcOrd="0" destOrd="0" presId="urn:microsoft.com/office/officeart/2018/5/layout/IconCircleLabelList"/>
    <dgm:cxn modelId="{1DF060A3-C3EE-4C56-AE78-59B8A594A865}" type="presParOf" srcId="{A4EFDE7C-91C3-4BCD-8F4B-052FB93175D1}" destId="{676362BF-6189-4099-8E48-3A5F5381D90D}" srcOrd="0" destOrd="0" presId="urn:microsoft.com/office/officeart/2018/5/layout/IconCircleLabelList"/>
    <dgm:cxn modelId="{ED442D1F-8E78-4C8B-93AA-5DC0DDDB1B59}" type="presParOf" srcId="{676362BF-6189-4099-8E48-3A5F5381D90D}" destId="{F991177E-7825-41AD-A770-9F983B11675E}" srcOrd="0" destOrd="0" presId="urn:microsoft.com/office/officeart/2018/5/layout/IconCircleLabelList"/>
    <dgm:cxn modelId="{215297C6-94DD-4EEE-8ECA-960DB8AB7153}" type="presParOf" srcId="{676362BF-6189-4099-8E48-3A5F5381D90D}" destId="{CBFB7900-A336-4F14-A0CB-F62921B65E0F}" srcOrd="1" destOrd="0" presId="urn:microsoft.com/office/officeart/2018/5/layout/IconCircleLabelList"/>
    <dgm:cxn modelId="{A9E213FA-50CE-446D-AC09-8E6FEDDE1CEF}" type="presParOf" srcId="{676362BF-6189-4099-8E48-3A5F5381D90D}" destId="{12486A8E-9433-4BCB-BCCB-78CFDB86F756}" srcOrd="2" destOrd="0" presId="urn:microsoft.com/office/officeart/2018/5/layout/IconCircleLabelList"/>
    <dgm:cxn modelId="{17579587-F96D-4E8B-8C9E-3ED8A64A49A9}" type="presParOf" srcId="{676362BF-6189-4099-8E48-3A5F5381D90D}" destId="{2FA5BFFB-D4F2-4187-A490-B03F7D89EE37}" srcOrd="3" destOrd="0" presId="urn:microsoft.com/office/officeart/2018/5/layout/IconCircleLabelList"/>
    <dgm:cxn modelId="{F5F048F5-B218-4B22-831D-E8FA2C79621A}" type="presParOf" srcId="{A4EFDE7C-91C3-4BCD-8F4B-052FB93175D1}" destId="{9BD4BC15-5FAD-4096-8939-D30AB78ED705}" srcOrd="1" destOrd="0" presId="urn:microsoft.com/office/officeart/2018/5/layout/IconCircleLabelList"/>
    <dgm:cxn modelId="{D3E63D2C-664A-4D90-8A52-51D21C734E4A}" type="presParOf" srcId="{A4EFDE7C-91C3-4BCD-8F4B-052FB93175D1}" destId="{264D8D35-122F-4409-9D3B-003F8C80F8C8}" srcOrd="2" destOrd="0" presId="urn:microsoft.com/office/officeart/2018/5/layout/IconCircleLabelList"/>
    <dgm:cxn modelId="{65DF0E03-2C8D-4B7C-9230-B8168E2F2641}" type="presParOf" srcId="{264D8D35-122F-4409-9D3B-003F8C80F8C8}" destId="{679BE533-B72C-46C3-8051-12DCC1B418F4}" srcOrd="0" destOrd="0" presId="urn:microsoft.com/office/officeart/2018/5/layout/IconCircleLabelList"/>
    <dgm:cxn modelId="{E52B5E88-18C5-439A-BB38-B38D1FF024F3}" type="presParOf" srcId="{264D8D35-122F-4409-9D3B-003F8C80F8C8}" destId="{C42C961E-BFA3-4360-8A78-2BE97655E197}" srcOrd="1" destOrd="0" presId="urn:microsoft.com/office/officeart/2018/5/layout/IconCircleLabelList"/>
    <dgm:cxn modelId="{D71A518B-4D7B-4E8C-8D63-27B48123AC53}" type="presParOf" srcId="{264D8D35-122F-4409-9D3B-003F8C80F8C8}" destId="{736298EC-D70C-4F50-A5FD-A166B03CCDE7}" srcOrd="2" destOrd="0" presId="urn:microsoft.com/office/officeart/2018/5/layout/IconCircleLabelList"/>
    <dgm:cxn modelId="{96A73684-34C5-4687-9FBF-A664D7CF5AC9}" type="presParOf" srcId="{264D8D35-122F-4409-9D3B-003F8C80F8C8}" destId="{B1524BE0-92FB-48E3-A13A-0D29BFE6426F}" srcOrd="3" destOrd="0" presId="urn:microsoft.com/office/officeart/2018/5/layout/IconCircleLabelList"/>
    <dgm:cxn modelId="{E78D7E3C-1DC8-4C5F-B145-F4D698C6893D}" type="presParOf" srcId="{A4EFDE7C-91C3-4BCD-8F4B-052FB93175D1}" destId="{602A3B46-973F-422F-92ED-4CF7EE5C8014}" srcOrd="3" destOrd="0" presId="urn:microsoft.com/office/officeart/2018/5/layout/IconCircleLabelList"/>
    <dgm:cxn modelId="{4224B23E-8F1E-485F-A3AA-A26DF8FF847D}" type="presParOf" srcId="{A4EFDE7C-91C3-4BCD-8F4B-052FB93175D1}" destId="{1AA3604A-B517-4448-99B1-6E3AC808B88F}" srcOrd="4" destOrd="0" presId="urn:microsoft.com/office/officeart/2018/5/layout/IconCircleLabelList"/>
    <dgm:cxn modelId="{4D84BAA3-EEF2-4488-ABC1-9D9D7A03743C}" type="presParOf" srcId="{1AA3604A-B517-4448-99B1-6E3AC808B88F}" destId="{DBE303F1-B82A-48E5-BF55-2F16A0DA0932}" srcOrd="0" destOrd="0" presId="urn:microsoft.com/office/officeart/2018/5/layout/IconCircleLabelList"/>
    <dgm:cxn modelId="{F7D69C74-0709-46C0-BB69-30DCC48DD558}" type="presParOf" srcId="{1AA3604A-B517-4448-99B1-6E3AC808B88F}" destId="{F709DD90-9D47-4125-A54F-F7B63968ABA0}" srcOrd="1" destOrd="0" presId="urn:microsoft.com/office/officeart/2018/5/layout/IconCircleLabelList"/>
    <dgm:cxn modelId="{0B76E3DC-7338-4085-A277-883CAA139E6D}" type="presParOf" srcId="{1AA3604A-B517-4448-99B1-6E3AC808B88F}" destId="{BE88250D-F068-45B2-BCA9-F43CA86C12A2}" srcOrd="2" destOrd="0" presId="urn:microsoft.com/office/officeart/2018/5/layout/IconCircleLabelList"/>
    <dgm:cxn modelId="{3A5F7538-ED8F-4E64-9EAD-F43BE5339F50}" type="presParOf" srcId="{1AA3604A-B517-4448-99B1-6E3AC808B88F}" destId="{AF2289D5-E30B-42EE-BB86-1FBCE58C9673}" srcOrd="3" destOrd="0" presId="urn:microsoft.com/office/officeart/2018/5/layout/IconCircleLabelList"/>
    <dgm:cxn modelId="{1A20711A-222F-44CB-AD8F-5B9115D9E3A0}" type="presParOf" srcId="{A4EFDE7C-91C3-4BCD-8F4B-052FB93175D1}" destId="{76F577EA-196E-4CB2-B7E0-4B3DF651BDF3}" srcOrd="5" destOrd="0" presId="urn:microsoft.com/office/officeart/2018/5/layout/IconCircleLabelList"/>
    <dgm:cxn modelId="{F81D9645-8733-48FF-9493-4B434AA915AF}" type="presParOf" srcId="{A4EFDE7C-91C3-4BCD-8F4B-052FB93175D1}" destId="{28D4A638-A667-4B8C-938C-C668DAFA147E}" srcOrd="6" destOrd="0" presId="urn:microsoft.com/office/officeart/2018/5/layout/IconCircleLabelList"/>
    <dgm:cxn modelId="{615D9893-658B-42AA-98DB-03F54F00072F}" type="presParOf" srcId="{28D4A638-A667-4B8C-938C-C668DAFA147E}" destId="{DD9F9459-F5D5-45D2-9A22-ADA3F4471DE5}" srcOrd="0" destOrd="0" presId="urn:microsoft.com/office/officeart/2018/5/layout/IconCircleLabelList"/>
    <dgm:cxn modelId="{EB3A0A24-F224-40B8-8DA5-A042C5FCD543}" type="presParOf" srcId="{28D4A638-A667-4B8C-938C-C668DAFA147E}" destId="{8E269092-8F69-4FAE-B905-A1CF593E8C79}" srcOrd="1" destOrd="0" presId="urn:microsoft.com/office/officeart/2018/5/layout/IconCircleLabelList"/>
    <dgm:cxn modelId="{9EBBA8AE-9BE0-4CD4-AB03-1B8C94064B74}" type="presParOf" srcId="{28D4A638-A667-4B8C-938C-C668DAFA147E}" destId="{A5C891D4-47B2-46D2-93CD-54D1882AFC17}" srcOrd="2" destOrd="0" presId="urn:microsoft.com/office/officeart/2018/5/layout/IconCircleLabelList"/>
    <dgm:cxn modelId="{A7B7AF0C-D811-42D8-918D-B3489093A0F3}" type="presParOf" srcId="{28D4A638-A667-4B8C-938C-C668DAFA147E}" destId="{CABD3507-C72D-481F-A8F8-4028A96FAA4B}"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14F9F9E-C3A7-45D2-A7D4-3CB38FCBDE53}"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B335D52B-65B1-4A81-B378-C0B577110D53}">
      <dgm:prSet/>
      <dgm:spPr/>
      <dgm:t>
        <a:bodyPr/>
        <a:lstStyle/>
        <a:p>
          <a:r>
            <a:rPr lang="en-US"/>
            <a:t>Definition: Algorithm learns from a labeled training dataset</a:t>
          </a:r>
        </a:p>
      </dgm:t>
    </dgm:pt>
    <dgm:pt modelId="{E8BDAF02-7477-4DFD-93B1-9A1836E24304}" type="parTrans" cxnId="{456CFE69-A2AD-4D1B-9929-8160512E2C32}">
      <dgm:prSet/>
      <dgm:spPr/>
      <dgm:t>
        <a:bodyPr/>
        <a:lstStyle/>
        <a:p>
          <a:endParaRPr lang="en-US"/>
        </a:p>
      </dgm:t>
    </dgm:pt>
    <dgm:pt modelId="{F9D323B1-D25F-4BC7-85CC-2C4D40783866}" type="sibTrans" cxnId="{456CFE69-A2AD-4D1B-9929-8160512E2C32}">
      <dgm:prSet/>
      <dgm:spPr/>
      <dgm:t>
        <a:bodyPr/>
        <a:lstStyle/>
        <a:p>
          <a:endParaRPr lang="en-US"/>
        </a:p>
      </dgm:t>
    </dgm:pt>
    <dgm:pt modelId="{7E23CF42-AEB2-481F-814D-5ED9779B004C}">
      <dgm:prSet/>
      <dgm:spPr/>
      <dgm:t>
        <a:bodyPr/>
        <a:lstStyle/>
        <a:p>
          <a:r>
            <a:rPr lang="en-US"/>
            <a:t>Labeled Data: Each training example has an input (features) and a known output (label)</a:t>
          </a:r>
        </a:p>
      </dgm:t>
    </dgm:pt>
    <dgm:pt modelId="{23C6F649-11FA-4227-BFD3-F6733C647084}" type="parTrans" cxnId="{3770AD10-29F1-4C77-A3C6-4984BF739C9B}">
      <dgm:prSet/>
      <dgm:spPr/>
      <dgm:t>
        <a:bodyPr/>
        <a:lstStyle/>
        <a:p>
          <a:endParaRPr lang="en-US"/>
        </a:p>
      </dgm:t>
    </dgm:pt>
    <dgm:pt modelId="{9AD7E2FC-1FEA-4F63-8886-E27E96B0DF1B}" type="sibTrans" cxnId="{3770AD10-29F1-4C77-A3C6-4984BF739C9B}">
      <dgm:prSet/>
      <dgm:spPr/>
      <dgm:t>
        <a:bodyPr/>
        <a:lstStyle/>
        <a:p>
          <a:endParaRPr lang="en-US"/>
        </a:p>
      </dgm:t>
    </dgm:pt>
    <dgm:pt modelId="{558966F4-7119-458A-8777-D2EC9674F856}">
      <dgm:prSet/>
      <dgm:spPr/>
      <dgm:t>
        <a:bodyPr/>
        <a:lstStyle/>
        <a:p>
          <a:r>
            <a:rPr lang="en-US"/>
            <a:t>Goal: Learn a mapping function from inputs to outputs to predict labels for new, unseen data</a:t>
          </a:r>
        </a:p>
      </dgm:t>
    </dgm:pt>
    <dgm:pt modelId="{5558ADB1-B2DF-4F01-98C3-E6A200AD9637}" type="parTrans" cxnId="{78CBDDBC-A522-49B8-86BA-BED1B41E72EC}">
      <dgm:prSet/>
      <dgm:spPr/>
      <dgm:t>
        <a:bodyPr/>
        <a:lstStyle/>
        <a:p>
          <a:endParaRPr lang="en-US"/>
        </a:p>
      </dgm:t>
    </dgm:pt>
    <dgm:pt modelId="{53235EB3-177D-40B6-9E06-5D9DA7FD87E6}" type="sibTrans" cxnId="{78CBDDBC-A522-49B8-86BA-BED1B41E72EC}">
      <dgm:prSet/>
      <dgm:spPr/>
      <dgm:t>
        <a:bodyPr/>
        <a:lstStyle/>
        <a:p>
          <a:endParaRPr lang="en-US"/>
        </a:p>
      </dgm:t>
    </dgm:pt>
    <dgm:pt modelId="{9080CF59-64CF-4AAD-A038-FC0FB297F9AB}">
      <dgm:prSet/>
      <dgm:spPr/>
      <dgm:t>
        <a:bodyPr/>
        <a:lstStyle/>
        <a:p>
          <a:r>
            <a:rPr lang="en-US"/>
            <a:t>Analogy: Student learning with an answer key</a:t>
          </a:r>
        </a:p>
      </dgm:t>
    </dgm:pt>
    <dgm:pt modelId="{0406F66E-D897-4E67-B08C-F4C261A79079}" type="parTrans" cxnId="{CA462987-8B7B-4EB1-9B7E-17ECF0B6237A}">
      <dgm:prSet/>
      <dgm:spPr/>
      <dgm:t>
        <a:bodyPr/>
        <a:lstStyle/>
        <a:p>
          <a:endParaRPr lang="en-US"/>
        </a:p>
      </dgm:t>
    </dgm:pt>
    <dgm:pt modelId="{E5703302-F32D-4447-B894-FB26E71EFF14}" type="sibTrans" cxnId="{CA462987-8B7B-4EB1-9B7E-17ECF0B6237A}">
      <dgm:prSet/>
      <dgm:spPr/>
      <dgm:t>
        <a:bodyPr/>
        <a:lstStyle/>
        <a:p>
          <a:endParaRPr lang="en-US"/>
        </a:p>
      </dgm:t>
    </dgm:pt>
    <dgm:pt modelId="{0C1FAB86-937D-4F25-BF9A-041D74DEB3BD}" type="pres">
      <dgm:prSet presAssocID="{414F9F9E-C3A7-45D2-A7D4-3CB38FCBDE53}" presName="diagram" presStyleCnt="0">
        <dgm:presLayoutVars>
          <dgm:dir/>
          <dgm:resizeHandles val="exact"/>
        </dgm:presLayoutVars>
      </dgm:prSet>
      <dgm:spPr/>
    </dgm:pt>
    <dgm:pt modelId="{069A59FC-B210-49DF-8294-F86A6829B9F7}" type="pres">
      <dgm:prSet presAssocID="{B335D52B-65B1-4A81-B378-C0B577110D53}" presName="node" presStyleLbl="node1" presStyleIdx="0" presStyleCnt="4">
        <dgm:presLayoutVars>
          <dgm:bulletEnabled val="1"/>
        </dgm:presLayoutVars>
      </dgm:prSet>
      <dgm:spPr/>
    </dgm:pt>
    <dgm:pt modelId="{C19FC36C-3B57-4783-BF20-22EEF481EA43}" type="pres">
      <dgm:prSet presAssocID="{F9D323B1-D25F-4BC7-85CC-2C4D40783866}" presName="sibTrans" presStyleCnt="0"/>
      <dgm:spPr/>
    </dgm:pt>
    <dgm:pt modelId="{9BB51856-D414-4EB6-8EC5-F5A68D5379D6}" type="pres">
      <dgm:prSet presAssocID="{7E23CF42-AEB2-481F-814D-5ED9779B004C}" presName="node" presStyleLbl="node1" presStyleIdx="1" presStyleCnt="4">
        <dgm:presLayoutVars>
          <dgm:bulletEnabled val="1"/>
        </dgm:presLayoutVars>
      </dgm:prSet>
      <dgm:spPr/>
    </dgm:pt>
    <dgm:pt modelId="{17B1FF30-A5BE-4837-8D77-61A9B3E3FA23}" type="pres">
      <dgm:prSet presAssocID="{9AD7E2FC-1FEA-4F63-8886-E27E96B0DF1B}" presName="sibTrans" presStyleCnt="0"/>
      <dgm:spPr/>
    </dgm:pt>
    <dgm:pt modelId="{FBFF0C1D-5171-4722-81F2-D5614D359EC8}" type="pres">
      <dgm:prSet presAssocID="{558966F4-7119-458A-8777-D2EC9674F856}" presName="node" presStyleLbl="node1" presStyleIdx="2" presStyleCnt="4">
        <dgm:presLayoutVars>
          <dgm:bulletEnabled val="1"/>
        </dgm:presLayoutVars>
      </dgm:prSet>
      <dgm:spPr/>
    </dgm:pt>
    <dgm:pt modelId="{AA29B438-3E09-4B42-BD92-EA9B9792FB9A}" type="pres">
      <dgm:prSet presAssocID="{53235EB3-177D-40B6-9E06-5D9DA7FD87E6}" presName="sibTrans" presStyleCnt="0"/>
      <dgm:spPr/>
    </dgm:pt>
    <dgm:pt modelId="{FB175BC7-4291-448B-8B5F-84B329284AF0}" type="pres">
      <dgm:prSet presAssocID="{9080CF59-64CF-4AAD-A038-FC0FB297F9AB}" presName="node" presStyleLbl="node1" presStyleIdx="3" presStyleCnt="4">
        <dgm:presLayoutVars>
          <dgm:bulletEnabled val="1"/>
        </dgm:presLayoutVars>
      </dgm:prSet>
      <dgm:spPr/>
    </dgm:pt>
  </dgm:ptLst>
  <dgm:cxnLst>
    <dgm:cxn modelId="{3770AD10-29F1-4C77-A3C6-4984BF739C9B}" srcId="{414F9F9E-C3A7-45D2-A7D4-3CB38FCBDE53}" destId="{7E23CF42-AEB2-481F-814D-5ED9779B004C}" srcOrd="1" destOrd="0" parTransId="{23C6F649-11FA-4227-BFD3-F6733C647084}" sibTransId="{9AD7E2FC-1FEA-4F63-8886-E27E96B0DF1B}"/>
    <dgm:cxn modelId="{4227F62F-33D4-4D2D-85D6-719DF2B9FFE7}" type="presOf" srcId="{558966F4-7119-458A-8777-D2EC9674F856}" destId="{FBFF0C1D-5171-4722-81F2-D5614D359EC8}" srcOrd="0" destOrd="0" presId="urn:microsoft.com/office/officeart/2005/8/layout/default"/>
    <dgm:cxn modelId="{9DE68731-4B26-4F0C-B4B5-190AA2A4BE71}" type="presOf" srcId="{9080CF59-64CF-4AAD-A038-FC0FB297F9AB}" destId="{FB175BC7-4291-448B-8B5F-84B329284AF0}" srcOrd="0" destOrd="0" presId="urn:microsoft.com/office/officeart/2005/8/layout/default"/>
    <dgm:cxn modelId="{88C88049-68E3-4AC7-9E8A-062A97AC79F5}" type="presOf" srcId="{7E23CF42-AEB2-481F-814D-5ED9779B004C}" destId="{9BB51856-D414-4EB6-8EC5-F5A68D5379D6}" srcOrd="0" destOrd="0" presId="urn:microsoft.com/office/officeart/2005/8/layout/default"/>
    <dgm:cxn modelId="{456CFE69-A2AD-4D1B-9929-8160512E2C32}" srcId="{414F9F9E-C3A7-45D2-A7D4-3CB38FCBDE53}" destId="{B335D52B-65B1-4A81-B378-C0B577110D53}" srcOrd="0" destOrd="0" parTransId="{E8BDAF02-7477-4DFD-93B1-9A1836E24304}" sibTransId="{F9D323B1-D25F-4BC7-85CC-2C4D40783866}"/>
    <dgm:cxn modelId="{855CF54D-F749-48A6-8968-BDC679164D01}" type="presOf" srcId="{414F9F9E-C3A7-45D2-A7D4-3CB38FCBDE53}" destId="{0C1FAB86-937D-4F25-BF9A-041D74DEB3BD}" srcOrd="0" destOrd="0" presId="urn:microsoft.com/office/officeart/2005/8/layout/default"/>
    <dgm:cxn modelId="{CA462987-8B7B-4EB1-9B7E-17ECF0B6237A}" srcId="{414F9F9E-C3A7-45D2-A7D4-3CB38FCBDE53}" destId="{9080CF59-64CF-4AAD-A038-FC0FB297F9AB}" srcOrd="3" destOrd="0" parTransId="{0406F66E-D897-4E67-B08C-F4C261A79079}" sibTransId="{E5703302-F32D-4447-B894-FB26E71EFF14}"/>
    <dgm:cxn modelId="{93982E92-DD53-4131-83AD-151DD175D88B}" type="presOf" srcId="{B335D52B-65B1-4A81-B378-C0B577110D53}" destId="{069A59FC-B210-49DF-8294-F86A6829B9F7}" srcOrd="0" destOrd="0" presId="urn:microsoft.com/office/officeart/2005/8/layout/default"/>
    <dgm:cxn modelId="{78CBDDBC-A522-49B8-86BA-BED1B41E72EC}" srcId="{414F9F9E-C3A7-45D2-A7D4-3CB38FCBDE53}" destId="{558966F4-7119-458A-8777-D2EC9674F856}" srcOrd="2" destOrd="0" parTransId="{5558ADB1-B2DF-4F01-98C3-E6A200AD9637}" sibTransId="{53235EB3-177D-40B6-9E06-5D9DA7FD87E6}"/>
    <dgm:cxn modelId="{14838F4D-5006-4552-867F-5B57D9C5C00D}" type="presParOf" srcId="{0C1FAB86-937D-4F25-BF9A-041D74DEB3BD}" destId="{069A59FC-B210-49DF-8294-F86A6829B9F7}" srcOrd="0" destOrd="0" presId="urn:microsoft.com/office/officeart/2005/8/layout/default"/>
    <dgm:cxn modelId="{4F727738-9ADE-4BCD-96E9-A88844B7DEC5}" type="presParOf" srcId="{0C1FAB86-937D-4F25-BF9A-041D74DEB3BD}" destId="{C19FC36C-3B57-4783-BF20-22EEF481EA43}" srcOrd="1" destOrd="0" presId="urn:microsoft.com/office/officeart/2005/8/layout/default"/>
    <dgm:cxn modelId="{18038EFE-7D4D-48D4-B892-B7637AC73317}" type="presParOf" srcId="{0C1FAB86-937D-4F25-BF9A-041D74DEB3BD}" destId="{9BB51856-D414-4EB6-8EC5-F5A68D5379D6}" srcOrd="2" destOrd="0" presId="urn:microsoft.com/office/officeart/2005/8/layout/default"/>
    <dgm:cxn modelId="{274EF4A9-EEE3-4795-8856-E51113F18B95}" type="presParOf" srcId="{0C1FAB86-937D-4F25-BF9A-041D74DEB3BD}" destId="{17B1FF30-A5BE-4837-8D77-61A9B3E3FA23}" srcOrd="3" destOrd="0" presId="urn:microsoft.com/office/officeart/2005/8/layout/default"/>
    <dgm:cxn modelId="{861371FA-0816-4BF8-86A3-8016F0B7B31F}" type="presParOf" srcId="{0C1FAB86-937D-4F25-BF9A-041D74DEB3BD}" destId="{FBFF0C1D-5171-4722-81F2-D5614D359EC8}" srcOrd="4" destOrd="0" presId="urn:microsoft.com/office/officeart/2005/8/layout/default"/>
    <dgm:cxn modelId="{1001C71E-2B35-45C0-A9A5-1FB3371454B6}" type="presParOf" srcId="{0C1FAB86-937D-4F25-BF9A-041D74DEB3BD}" destId="{AA29B438-3E09-4B42-BD92-EA9B9792FB9A}" srcOrd="5" destOrd="0" presId="urn:microsoft.com/office/officeart/2005/8/layout/default"/>
    <dgm:cxn modelId="{3B17A440-B72D-4697-95B5-7511E8B43488}" type="presParOf" srcId="{0C1FAB86-937D-4F25-BF9A-041D74DEB3BD}" destId="{FB175BC7-4291-448B-8B5F-84B329284AF0}"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6FF540-EDCA-4E58-BAF9-8B58F49D3CB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6AC255C-11CA-401C-86FE-A2DC0F445841}">
      <dgm:prSet/>
      <dgm:spPr/>
      <dgm:t>
        <a:bodyPr/>
        <a:lstStyle/>
        <a:p>
          <a:r>
            <a:rPr lang="en-US"/>
            <a:t>Clustering: Grouping similar data points together. Examples: Customer segmentation for marketing, organizing news articles by topic, identifying genetic subtypes</a:t>
          </a:r>
        </a:p>
      </dgm:t>
    </dgm:pt>
    <dgm:pt modelId="{D65F270D-0BED-44AA-A10F-5329E6F930E8}" type="parTrans" cxnId="{0A49223A-9C91-4FA0-B11D-2F354E45FC84}">
      <dgm:prSet/>
      <dgm:spPr/>
      <dgm:t>
        <a:bodyPr/>
        <a:lstStyle/>
        <a:p>
          <a:endParaRPr lang="en-US"/>
        </a:p>
      </dgm:t>
    </dgm:pt>
    <dgm:pt modelId="{D1479956-6A8F-4B77-B2FB-D927E1B7BB52}" type="sibTrans" cxnId="{0A49223A-9C91-4FA0-B11D-2F354E45FC84}">
      <dgm:prSet/>
      <dgm:spPr/>
      <dgm:t>
        <a:bodyPr/>
        <a:lstStyle/>
        <a:p>
          <a:endParaRPr lang="en-US"/>
        </a:p>
      </dgm:t>
    </dgm:pt>
    <dgm:pt modelId="{26DDDA13-7C2E-4DAF-8478-B681DEC36DDE}">
      <dgm:prSet/>
      <dgm:spPr/>
      <dgm:t>
        <a:bodyPr/>
        <a:lstStyle/>
        <a:p>
          <a:r>
            <a:rPr lang="en-US"/>
            <a:t>Dimensionality Reduction: Reducing the number of input variables while preserving essential information. Examples: Data visualization (like PCA to 2D/3D), compressing data, removing noise</a:t>
          </a:r>
        </a:p>
      </dgm:t>
    </dgm:pt>
    <dgm:pt modelId="{74939B5F-5B7A-40EA-8301-7089D1A5BEAA}" type="parTrans" cxnId="{5DBFC23C-C9FB-4B01-B4D3-87301AC1C127}">
      <dgm:prSet/>
      <dgm:spPr/>
      <dgm:t>
        <a:bodyPr/>
        <a:lstStyle/>
        <a:p>
          <a:endParaRPr lang="en-US"/>
        </a:p>
      </dgm:t>
    </dgm:pt>
    <dgm:pt modelId="{B4D19A39-0073-4F36-9B60-DBB4C5599DFA}" type="sibTrans" cxnId="{5DBFC23C-C9FB-4B01-B4D3-87301AC1C127}">
      <dgm:prSet/>
      <dgm:spPr/>
      <dgm:t>
        <a:bodyPr/>
        <a:lstStyle/>
        <a:p>
          <a:endParaRPr lang="en-US"/>
        </a:p>
      </dgm:t>
    </dgm:pt>
    <dgm:pt modelId="{FAF17892-1413-4DAE-9E4F-99A3CE0ADFF6}" type="pres">
      <dgm:prSet presAssocID="{BA6FF540-EDCA-4E58-BAF9-8B58F49D3CBE}" presName="root" presStyleCnt="0">
        <dgm:presLayoutVars>
          <dgm:dir/>
          <dgm:resizeHandles val="exact"/>
        </dgm:presLayoutVars>
      </dgm:prSet>
      <dgm:spPr/>
    </dgm:pt>
    <dgm:pt modelId="{22263858-00FD-4F70-A242-976269848746}" type="pres">
      <dgm:prSet presAssocID="{16AC255C-11CA-401C-86FE-A2DC0F445841}" presName="compNode" presStyleCnt="0"/>
      <dgm:spPr/>
    </dgm:pt>
    <dgm:pt modelId="{26DD9A33-0E0E-47CD-91D0-5AE8B8BBCAA1}" type="pres">
      <dgm:prSet presAssocID="{16AC255C-11CA-401C-86FE-A2DC0F445841}" presName="bgRect" presStyleLbl="bgShp" presStyleIdx="0" presStyleCnt="2"/>
      <dgm:spPr/>
    </dgm:pt>
    <dgm:pt modelId="{6A007129-79B8-44B7-8019-F0B8B8019BD0}" type="pres">
      <dgm:prSet presAssocID="{16AC255C-11CA-401C-86FE-A2DC0F44584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CAE3816D-86E0-4344-9F91-8556AC52B202}" type="pres">
      <dgm:prSet presAssocID="{16AC255C-11CA-401C-86FE-A2DC0F445841}" presName="spaceRect" presStyleCnt="0"/>
      <dgm:spPr/>
    </dgm:pt>
    <dgm:pt modelId="{D79B6476-A635-47D4-A7AB-5B010B960D38}" type="pres">
      <dgm:prSet presAssocID="{16AC255C-11CA-401C-86FE-A2DC0F445841}" presName="parTx" presStyleLbl="revTx" presStyleIdx="0" presStyleCnt="2">
        <dgm:presLayoutVars>
          <dgm:chMax val="0"/>
          <dgm:chPref val="0"/>
        </dgm:presLayoutVars>
      </dgm:prSet>
      <dgm:spPr/>
    </dgm:pt>
    <dgm:pt modelId="{0FC5FCCD-35E5-4262-835F-2E57D99357CA}" type="pres">
      <dgm:prSet presAssocID="{D1479956-6A8F-4B77-B2FB-D927E1B7BB52}" presName="sibTrans" presStyleCnt="0"/>
      <dgm:spPr/>
    </dgm:pt>
    <dgm:pt modelId="{ED7F5C10-31B7-41D7-A657-9C6760E6B2B5}" type="pres">
      <dgm:prSet presAssocID="{26DDDA13-7C2E-4DAF-8478-B681DEC36DDE}" presName="compNode" presStyleCnt="0"/>
      <dgm:spPr/>
    </dgm:pt>
    <dgm:pt modelId="{423964F6-1F2A-4A13-98B9-9F9EB64F3BF6}" type="pres">
      <dgm:prSet presAssocID="{26DDDA13-7C2E-4DAF-8478-B681DEC36DDE}" presName="bgRect" presStyleLbl="bgShp" presStyleIdx="1" presStyleCnt="2"/>
      <dgm:spPr/>
    </dgm:pt>
    <dgm:pt modelId="{EEDAC056-2DF8-49DC-ADE4-D96429084E55}" type="pres">
      <dgm:prSet presAssocID="{26DDDA13-7C2E-4DAF-8478-B681DEC36DD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5EAA5AFF-B3C5-4C9F-8C05-8CC9CA2509F5}" type="pres">
      <dgm:prSet presAssocID="{26DDDA13-7C2E-4DAF-8478-B681DEC36DDE}" presName="spaceRect" presStyleCnt="0"/>
      <dgm:spPr/>
    </dgm:pt>
    <dgm:pt modelId="{1AB688EA-14D6-45CA-A82E-34701060CCAA}" type="pres">
      <dgm:prSet presAssocID="{26DDDA13-7C2E-4DAF-8478-B681DEC36DDE}" presName="parTx" presStyleLbl="revTx" presStyleIdx="1" presStyleCnt="2">
        <dgm:presLayoutVars>
          <dgm:chMax val="0"/>
          <dgm:chPref val="0"/>
        </dgm:presLayoutVars>
      </dgm:prSet>
      <dgm:spPr/>
    </dgm:pt>
  </dgm:ptLst>
  <dgm:cxnLst>
    <dgm:cxn modelId="{FF1E0F27-5858-40A9-8469-6D0C676BB08B}" type="presOf" srcId="{BA6FF540-EDCA-4E58-BAF9-8B58F49D3CBE}" destId="{FAF17892-1413-4DAE-9E4F-99A3CE0ADFF6}" srcOrd="0" destOrd="0" presId="urn:microsoft.com/office/officeart/2018/2/layout/IconVerticalSolidList"/>
    <dgm:cxn modelId="{0A49223A-9C91-4FA0-B11D-2F354E45FC84}" srcId="{BA6FF540-EDCA-4E58-BAF9-8B58F49D3CBE}" destId="{16AC255C-11CA-401C-86FE-A2DC0F445841}" srcOrd="0" destOrd="0" parTransId="{D65F270D-0BED-44AA-A10F-5329E6F930E8}" sibTransId="{D1479956-6A8F-4B77-B2FB-D927E1B7BB52}"/>
    <dgm:cxn modelId="{5DBFC23C-C9FB-4B01-B4D3-87301AC1C127}" srcId="{BA6FF540-EDCA-4E58-BAF9-8B58F49D3CBE}" destId="{26DDDA13-7C2E-4DAF-8478-B681DEC36DDE}" srcOrd="1" destOrd="0" parTransId="{74939B5F-5B7A-40EA-8301-7089D1A5BEAA}" sibTransId="{B4D19A39-0073-4F36-9B60-DBB4C5599DFA}"/>
    <dgm:cxn modelId="{4F9D0B98-6753-488C-A00D-00134A5E5D51}" type="presOf" srcId="{26DDDA13-7C2E-4DAF-8478-B681DEC36DDE}" destId="{1AB688EA-14D6-45CA-A82E-34701060CCAA}" srcOrd="0" destOrd="0" presId="urn:microsoft.com/office/officeart/2018/2/layout/IconVerticalSolidList"/>
    <dgm:cxn modelId="{3FA885A0-5769-4711-944C-478A0BE58778}" type="presOf" srcId="{16AC255C-11CA-401C-86FE-A2DC0F445841}" destId="{D79B6476-A635-47D4-A7AB-5B010B960D38}" srcOrd="0" destOrd="0" presId="urn:microsoft.com/office/officeart/2018/2/layout/IconVerticalSolidList"/>
    <dgm:cxn modelId="{A207A0CD-EFA6-4620-AB2D-1BAADD38063B}" type="presParOf" srcId="{FAF17892-1413-4DAE-9E4F-99A3CE0ADFF6}" destId="{22263858-00FD-4F70-A242-976269848746}" srcOrd="0" destOrd="0" presId="urn:microsoft.com/office/officeart/2018/2/layout/IconVerticalSolidList"/>
    <dgm:cxn modelId="{73645177-66EC-4717-A95F-CF9FE15BE690}" type="presParOf" srcId="{22263858-00FD-4F70-A242-976269848746}" destId="{26DD9A33-0E0E-47CD-91D0-5AE8B8BBCAA1}" srcOrd="0" destOrd="0" presId="urn:microsoft.com/office/officeart/2018/2/layout/IconVerticalSolidList"/>
    <dgm:cxn modelId="{6B4A8CC8-8665-43DB-A14D-72697A9F52BD}" type="presParOf" srcId="{22263858-00FD-4F70-A242-976269848746}" destId="{6A007129-79B8-44B7-8019-F0B8B8019BD0}" srcOrd="1" destOrd="0" presId="urn:microsoft.com/office/officeart/2018/2/layout/IconVerticalSolidList"/>
    <dgm:cxn modelId="{21DB57C9-8CFA-40C2-839A-F214CB9AB222}" type="presParOf" srcId="{22263858-00FD-4F70-A242-976269848746}" destId="{CAE3816D-86E0-4344-9F91-8556AC52B202}" srcOrd="2" destOrd="0" presId="urn:microsoft.com/office/officeart/2018/2/layout/IconVerticalSolidList"/>
    <dgm:cxn modelId="{2AC0645E-3133-42E8-B148-B378CECF2FB8}" type="presParOf" srcId="{22263858-00FD-4F70-A242-976269848746}" destId="{D79B6476-A635-47D4-A7AB-5B010B960D38}" srcOrd="3" destOrd="0" presId="urn:microsoft.com/office/officeart/2018/2/layout/IconVerticalSolidList"/>
    <dgm:cxn modelId="{503F6B8B-BBA7-47E2-BEF1-0BD68FED46D5}" type="presParOf" srcId="{FAF17892-1413-4DAE-9E4F-99A3CE0ADFF6}" destId="{0FC5FCCD-35E5-4262-835F-2E57D99357CA}" srcOrd="1" destOrd="0" presId="urn:microsoft.com/office/officeart/2018/2/layout/IconVerticalSolidList"/>
    <dgm:cxn modelId="{D83ECF75-9C9D-4A08-A8BB-9EECBFCE91E7}" type="presParOf" srcId="{FAF17892-1413-4DAE-9E4F-99A3CE0ADFF6}" destId="{ED7F5C10-31B7-41D7-A657-9C6760E6B2B5}" srcOrd="2" destOrd="0" presId="urn:microsoft.com/office/officeart/2018/2/layout/IconVerticalSolidList"/>
    <dgm:cxn modelId="{04DD9F36-4C1A-4C9E-9B8C-758BE7FC0585}" type="presParOf" srcId="{ED7F5C10-31B7-41D7-A657-9C6760E6B2B5}" destId="{423964F6-1F2A-4A13-98B9-9F9EB64F3BF6}" srcOrd="0" destOrd="0" presId="urn:microsoft.com/office/officeart/2018/2/layout/IconVerticalSolidList"/>
    <dgm:cxn modelId="{8DEB6078-6C7D-487A-829F-133A728A83F9}" type="presParOf" srcId="{ED7F5C10-31B7-41D7-A657-9C6760E6B2B5}" destId="{EEDAC056-2DF8-49DC-ADE4-D96429084E55}" srcOrd="1" destOrd="0" presId="urn:microsoft.com/office/officeart/2018/2/layout/IconVerticalSolidList"/>
    <dgm:cxn modelId="{125288C5-8B66-4733-978D-51D418130E0D}" type="presParOf" srcId="{ED7F5C10-31B7-41D7-A657-9C6760E6B2B5}" destId="{5EAA5AFF-B3C5-4C9F-8C05-8CC9CA2509F5}" srcOrd="2" destOrd="0" presId="urn:microsoft.com/office/officeart/2018/2/layout/IconVerticalSolidList"/>
    <dgm:cxn modelId="{096D7E44-DB96-4C30-9CA0-FE1A63047506}" type="presParOf" srcId="{ED7F5C10-31B7-41D7-A657-9C6760E6B2B5}" destId="{1AB688EA-14D6-45CA-A82E-34701060CCA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FBCD6C9-0E55-4613-8265-1D85563E0EE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F017DE2-4C41-4431-8AD1-0E8B3E14AE34}">
      <dgm:prSet/>
      <dgm:spPr/>
      <dgm:t>
        <a:bodyPr/>
        <a:lstStyle/>
        <a:p>
          <a:r>
            <a:rPr lang="en-US"/>
            <a:t>K-Means Clustering: Partitions data into K distinct, non-overlapping clusters based on distance to cluster centers</a:t>
          </a:r>
        </a:p>
      </dgm:t>
    </dgm:pt>
    <dgm:pt modelId="{5DBCADC1-B91E-408C-93A1-53442B395710}" type="parTrans" cxnId="{E71FBA76-8376-48A9-887B-BC29BCB6D190}">
      <dgm:prSet/>
      <dgm:spPr/>
      <dgm:t>
        <a:bodyPr/>
        <a:lstStyle/>
        <a:p>
          <a:endParaRPr lang="en-US"/>
        </a:p>
      </dgm:t>
    </dgm:pt>
    <dgm:pt modelId="{76F4891E-9BF7-4DD6-8C94-BD4CAD96135E}" type="sibTrans" cxnId="{E71FBA76-8376-48A9-887B-BC29BCB6D190}">
      <dgm:prSet/>
      <dgm:spPr/>
      <dgm:t>
        <a:bodyPr/>
        <a:lstStyle/>
        <a:p>
          <a:endParaRPr lang="en-US"/>
        </a:p>
      </dgm:t>
    </dgm:pt>
    <dgm:pt modelId="{04FC004A-F5E4-439C-8FCD-5B8058F2725E}">
      <dgm:prSet/>
      <dgm:spPr/>
      <dgm:t>
        <a:bodyPr/>
        <a:lstStyle/>
        <a:p>
          <a:r>
            <a:rPr lang="en-US"/>
            <a:t>Principal Component Analysis (PCA): Identifies the directions (principal components) that capture the maximum variance in the data</a:t>
          </a:r>
        </a:p>
      </dgm:t>
    </dgm:pt>
    <dgm:pt modelId="{047F0E6D-94BF-4C56-A87D-E635BFE6B210}" type="parTrans" cxnId="{D63FFF5C-DD01-4B38-9784-FA7F1AFE795E}">
      <dgm:prSet/>
      <dgm:spPr/>
      <dgm:t>
        <a:bodyPr/>
        <a:lstStyle/>
        <a:p>
          <a:endParaRPr lang="en-US"/>
        </a:p>
      </dgm:t>
    </dgm:pt>
    <dgm:pt modelId="{AB710A6B-5C56-45A9-96B2-83170516830D}" type="sibTrans" cxnId="{D63FFF5C-DD01-4B38-9784-FA7F1AFE795E}">
      <dgm:prSet/>
      <dgm:spPr/>
      <dgm:t>
        <a:bodyPr/>
        <a:lstStyle/>
        <a:p>
          <a:endParaRPr lang="en-US"/>
        </a:p>
      </dgm:t>
    </dgm:pt>
    <dgm:pt modelId="{B5B686D7-5D6B-4B6F-9230-64B0B0F4F394}">
      <dgm:prSet/>
      <dgm:spPr/>
      <dgm:t>
        <a:bodyPr/>
        <a:lstStyle/>
        <a:p>
          <a:r>
            <a:rPr lang="en-US"/>
            <a:t>Autoencoders: A type of neural network trained to reconstruct its input, learning a compressed representation (encoding) in the process</a:t>
          </a:r>
        </a:p>
      </dgm:t>
    </dgm:pt>
    <dgm:pt modelId="{A34D14DB-10D1-41C2-96C7-9D7DB68750CC}" type="parTrans" cxnId="{83CA9B2E-CD2A-45F7-8279-4DA7E34DD186}">
      <dgm:prSet/>
      <dgm:spPr/>
      <dgm:t>
        <a:bodyPr/>
        <a:lstStyle/>
        <a:p>
          <a:endParaRPr lang="en-US"/>
        </a:p>
      </dgm:t>
    </dgm:pt>
    <dgm:pt modelId="{6A1686EF-09A3-4161-8AB8-5547D7D8B632}" type="sibTrans" cxnId="{83CA9B2E-CD2A-45F7-8279-4DA7E34DD186}">
      <dgm:prSet/>
      <dgm:spPr/>
      <dgm:t>
        <a:bodyPr/>
        <a:lstStyle/>
        <a:p>
          <a:endParaRPr lang="en-US"/>
        </a:p>
      </dgm:t>
    </dgm:pt>
    <dgm:pt modelId="{889C8C53-9D8A-45A7-A742-2BCB3FF2B3BC}" type="pres">
      <dgm:prSet presAssocID="{5FBCD6C9-0E55-4613-8265-1D85563E0EE5}" presName="root" presStyleCnt="0">
        <dgm:presLayoutVars>
          <dgm:dir/>
          <dgm:resizeHandles val="exact"/>
        </dgm:presLayoutVars>
      </dgm:prSet>
      <dgm:spPr/>
    </dgm:pt>
    <dgm:pt modelId="{0CC4372F-99F0-4C4F-9F7C-7B15C82A058D}" type="pres">
      <dgm:prSet presAssocID="{2F017DE2-4C41-4431-8AD1-0E8B3E14AE34}" presName="compNode" presStyleCnt="0"/>
      <dgm:spPr/>
    </dgm:pt>
    <dgm:pt modelId="{2E5A4A93-0BFF-46FB-B316-7BD5A1BBF8AF}" type="pres">
      <dgm:prSet presAssocID="{2F017DE2-4C41-4431-8AD1-0E8B3E14AE34}" presName="bgRect" presStyleLbl="bgShp" presStyleIdx="0" presStyleCnt="3"/>
      <dgm:spPr/>
    </dgm:pt>
    <dgm:pt modelId="{57E488D9-55F7-4120-A9DF-3735EC2CDC30}" type="pres">
      <dgm:prSet presAssocID="{2F017DE2-4C41-4431-8AD1-0E8B3E14AE3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254F28D7-5F82-43AD-B444-00E599BC5DBD}" type="pres">
      <dgm:prSet presAssocID="{2F017DE2-4C41-4431-8AD1-0E8B3E14AE34}" presName="spaceRect" presStyleCnt="0"/>
      <dgm:spPr/>
    </dgm:pt>
    <dgm:pt modelId="{6DC76A77-03A4-490B-B01A-FE9179460E75}" type="pres">
      <dgm:prSet presAssocID="{2F017DE2-4C41-4431-8AD1-0E8B3E14AE34}" presName="parTx" presStyleLbl="revTx" presStyleIdx="0" presStyleCnt="3">
        <dgm:presLayoutVars>
          <dgm:chMax val="0"/>
          <dgm:chPref val="0"/>
        </dgm:presLayoutVars>
      </dgm:prSet>
      <dgm:spPr/>
    </dgm:pt>
    <dgm:pt modelId="{0F334EBE-4C3C-4732-A43C-8C9825B36669}" type="pres">
      <dgm:prSet presAssocID="{76F4891E-9BF7-4DD6-8C94-BD4CAD96135E}" presName="sibTrans" presStyleCnt="0"/>
      <dgm:spPr/>
    </dgm:pt>
    <dgm:pt modelId="{D163680B-6F2A-443B-A57D-1E26749317AF}" type="pres">
      <dgm:prSet presAssocID="{04FC004A-F5E4-439C-8FCD-5B8058F2725E}" presName="compNode" presStyleCnt="0"/>
      <dgm:spPr/>
    </dgm:pt>
    <dgm:pt modelId="{768D3ABA-1AD1-4886-97D5-A7D868713422}" type="pres">
      <dgm:prSet presAssocID="{04FC004A-F5E4-439C-8FCD-5B8058F2725E}" presName="bgRect" presStyleLbl="bgShp" presStyleIdx="1" presStyleCnt="3"/>
      <dgm:spPr/>
    </dgm:pt>
    <dgm:pt modelId="{0DC97867-2B4F-4144-81C3-890563EBAB08}" type="pres">
      <dgm:prSet presAssocID="{04FC004A-F5E4-439C-8FCD-5B8058F2725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DDEADD2-7FE2-4ED8-AA41-B3FC55CAA9A2}" type="pres">
      <dgm:prSet presAssocID="{04FC004A-F5E4-439C-8FCD-5B8058F2725E}" presName="spaceRect" presStyleCnt="0"/>
      <dgm:spPr/>
    </dgm:pt>
    <dgm:pt modelId="{EBBDBF99-C44F-4359-8314-148FEC5856BB}" type="pres">
      <dgm:prSet presAssocID="{04FC004A-F5E4-439C-8FCD-5B8058F2725E}" presName="parTx" presStyleLbl="revTx" presStyleIdx="1" presStyleCnt="3">
        <dgm:presLayoutVars>
          <dgm:chMax val="0"/>
          <dgm:chPref val="0"/>
        </dgm:presLayoutVars>
      </dgm:prSet>
      <dgm:spPr/>
    </dgm:pt>
    <dgm:pt modelId="{D1D87814-6085-419B-A3FA-73345CC769D4}" type="pres">
      <dgm:prSet presAssocID="{AB710A6B-5C56-45A9-96B2-83170516830D}" presName="sibTrans" presStyleCnt="0"/>
      <dgm:spPr/>
    </dgm:pt>
    <dgm:pt modelId="{A520E89A-74D2-46B5-AA38-F4588A2D5B60}" type="pres">
      <dgm:prSet presAssocID="{B5B686D7-5D6B-4B6F-9230-64B0B0F4F394}" presName="compNode" presStyleCnt="0"/>
      <dgm:spPr/>
    </dgm:pt>
    <dgm:pt modelId="{DC81428C-C2B7-484B-A94E-52E373F91A40}" type="pres">
      <dgm:prSet presAssocID="{B5B686D7-5D6B-4B6F-9230-64B0B0F4F394}" presName="bgRect" presStyleLbl="bgShp" presStyleIdx="2" presStyleCnt="3"/>
      <dgm:spPr/>
    </dgm:pt>
    <dgm:pt modelId="{7EE24B88-8A77-439E-ABBF-99D4374A47F5}" type="pres">
      <dgm:prSet presAssocID="{B5B686D7-5D6B-4B6F-9230-64B0B0F4F39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a:ext>
      </dgm:extLst>
    </dgm:pt>
    <dgm:pt modelId="{F734CE50-DE14-4EF1-A9EA-F5D67906D10C}" type="pres">
      <dgm:prSet presAssocID="{B5B686D7-5D6B-4B6F-9230-64B0B0F4F394}" presName="spaceRect" presStyleCnt="0"/>
      <dgm:spPr/>
    </dgm:pt>
    <dgm:pt modelId="{6BBD5FDB-6077-434D-AE33-D212E05EAA6A}" type="pres">
      <dgm:prSet presAssocID="{B5B686D7-5D6B-4B6F-9230-64B0B0F4F394}" presName="parTx" presStyleLbl="revTx" presStyleIdx="2" presStyleCnt="3">
        <dgm:presLayoutVars>
          <dgm:chMax val="0"/>
          <dgm:chPref val="0"/>
        </dgm:presLayoutVars>
      </dgm:prSet>
      <dgm:spPr/>
    </dgm:pt>
  </dgm:ptLst>
  <dgm:cxnLst>
    <dgm:cxn modelId="{A4E4A201-653A-4625-AF41-1B29150C5172}" type="presOf" srcId="{04FC004A-F5E4-439C-8FCD-5B8058F2725E}" destId="{EBBDBF99-C44F-4359-8314-148FEC5856BB}" srcOrd="0" destOrd="0" presId="urn:microsoft.com/office/officeart/2018/2/layout/IconVerticalSolidList"/>
    <dgm:cxn modelId="{83CA9B2E-CD2A-45F7-8279-4DA7E34DD186}" srcId="{5FBCD6C9-0E55-4613-8265-1D85563E0EE5}" destId="{B5B686D7-5D6B-4B6F-9230-64B0B0F4F394}" srcOrd="2" destOrd="0" parTransId="{A34D14DB-10D1-41C2-96C7-9D7DB68750CC}" sibTransId="{6A1686EF-09A3-4161-8AB8-5547D7D8B632}"/>
    <dgm:cxn modelId="{D63FFF5C-DD01-4B38-9784-FA7F1AFE795E}" srcId="{5FBCD6C9-0E55-4613-8265-1D85563E0EE5}" destId="{04FC004A-F5E4-439C-8FCD-5B8058F2725E}" srcOrd="1" destOrd="0" parTransId="{047F0E6D-94BF-4C56-A87D-E635BFE6B210}" sibTransId="{AB710A6B-5C56-45A9-96B2-83170516830D}"/>
    <dgm:cxn modelId="{C368305E-021A-4873-98B8-4D0416FE04F6}" type="presOf" srcId="{2F017DE2-4C41-4431-8AD1-0E8B3E14AE34}" destId="{6DC76A77-03A4-490B-B01A-FE9179460E75}" srcOrd="0" destOrd="0" presId="urn:microsoft.com/office/officeart/2018/2/layout/IconVerticalSolidList"/>
    <dgm:cxn modelId="{E71FBA76-8376-48A9-887B-BC29BCB6D190}" srcId="{5FBCD6C9-0E55-4613-8265-1D85563E0EE5}" destId="{2F017DE2-4C41-4431-8AD1-0E8B3E14AE34}" srcOrd="0" destOrd="0" parTransId="{5DBCADC1-B91E-408C-93A1-53442B395710}" sibTransId="{76F4891E-9BF7-4DD6-8C94-BD4CAD96135E}"/>
    <dgm:cxn modelId="{FD3A9D9B-75FF-4269-AE32-CF9F41D63B92}" type="presOf" srcId="{B5B686D7-5D6B-4B6F-9230-64B0B0F4F394}" destId="{6BBD5FDB-6077-434D-AE33-D212E05EAA6A}" srcOrd="0" destOrd="0" presId="urn:microsoft.com/office/officeart/2018/2/layout/IconVerticalSolidList"/>
    <dgm:cxn modelId="{FA5306D7-675C-4E19-9825-6FF564CC931D}" type="presOf" srcId="{5FBCD6C9-0E55-4613-8265-1D85563E0EE5}" destId="{889C8C53-9D8A-45A7-A742-2BCB3FF2B3BC}" srcOrd="0" destOrd="0" presId="urn:microsoft.com/office/officeart/2018/2/layout/IconVerticalSolidList"/>
    <dgm:cxn modelId="{9CCB7B54-D6F7-4F1C-8816-ECCB98E1CE5B}" type="presParOf" srcId="{889C8C53-9D8A-45A7-A742-2BCB3FF2B3BC}" destId="{0CC4372F-99F0-4C4F-9F7C-7B15C82A058D}" srcOrd="0" destOrd="0" presId="urn:microsoft.com/office/officeart/2018/2/layout/IconVerticalSolidList"/>
    <dgm:cxn modelId="{21BE0EE9-68B9-41BF-8E9E-1096EDD9BA76}" type="presParOf" srcId="{0CC4372F-99F0-4C4F-9F7C-7B15C82A058D}" destId="{2E5A4A93-0BFF-46FB-B316-7BD5A1BBF8AF}" srcOrd="0" destOrd="0" presId="urn:microsoft.com/office/officeart/2018/2/layout/IconVerticalSolidList"/>
    <dgm:cxn modelId="{A416E92C-F2B3-40FB-8F53-0F79BF68A374}" type="presParOf" srcId="{0CC4372F-99F0-4C4F-9F7C-7B15C82A058D}" destId="{57E488D9-55F7-4120-A9DF-3735EC2CDC30}" srcOrd="1" destOrd="0" presId="urn:microsoft.com/office/officeart/2018/2/layout/IconVerticalSolidList"/>
    <dgm:cxn modelId="{5DEEB2DE-BD9E-4462-9B3E-8F4B8D3B1B8D}" type="presParOf" srcId="{0CC4372F-99F0-4C4F-9F7C-7B15C82A058D}" destId="{254F28D7-5F82-43AD-B444-00E599BC5DBD}" srcOrd="2" destOrd="0" presId="urn:microsoft.com/office/officeart/2018/2/layout/IconVerticalSolidList"/>
    <dgm:cxn modelId="{E836F25B-B9DB-46CC-9E07-4F3BB77000BB}" type="presParOf" srcId="{0CC4372F-99F0-4C4F-9F7C-7B15C82A058D}" destId="{6DC76A77-03A4-490B-B01A-FE9179460E75}" srcOrd="3" destOrd="0" presId="urn:microsoft.com/office/officeart/2018/2/layout/IconVerticalSolidList"/>
    <dgm:cxn modelId="{8D3691C6-B9CC-450F-A764-82D470FFC9B8}" type="presParOf" srcId="{889C8C53-9D8A-45A7-A742-2BCB3FF2B3BC}" destId="{0F334EBE-4C3C-4732-A43C-8C9825B36669}" srcOrd="1" destOrd="0" presId="urn:microsoft.com/office/officeart/2018/2/layout/IconVerticalSolidList"/>
    <dgm:cxn modelId="{6A816A2C-00DE-4B55-9736-0AA561AEBF8E}" type="presParOf" srcId="{889C8C53-9D8A-45A7-A742-2BCB3FF2B3BC}" destId="{D163680B-6F2A-443B-A57D-1E26749317AF}" srcOrd="2" destOrd="0" presId="urn:microsoft.com/office/officeart/2018/2/layout/IconVerticalSolidList"/>
    <dgm:cxn modelId="{EA33B147-3CF9-4E61-908A-64DE6BF3EB69}" type="presParOf" srcId="{D163680B-6F2A-443B-A57D-1E26749317AF}" destId="{768D3ABA-1AD1-4886-97D5-A7D868713422}" srcOrd="0" destOrd="0" presId="urn:microsoft.com/office/officeart/2018/2/layout/IconVerticalSolidList"/>
    <dgm:cxn modelId="{5E16FE36-F81D-4A8A-A1C4-CB17CD10F01A}" type="presParOf" srcId="{D163680B-6F2A-443B-A57D-1E26749317AF}" destId="{0DC97867-2B4F-4144-81C3-890563EBAB08}" srcOrd="1" destOrd="0" presId="urn:microsoft.com/office/officeart/2018/2/layout/IconVerticalSolidList"/>
    <dgm:cxn modelId="{3426265E-7163-4461-BA8B-41CFD541A245}" type="presParOf" srcId="{D163680B-6F2A-443B-A57D-1E26749317AF}" destId="{BDDEADD2-7FE2-4ED8-AA41-B3FC55CAA9A2}" srcOrd="2" destOrd="0" presId="urn:microsoft.com/office/officeart/2018/2/layout/IconVerticalSolidList"/>
    <dgm:cxn modelId="{F3C2BB85-D3FE-453A-87F9-94B3AC124963}" type="presParOf" srcId="{D163680B-6F2A-443B-A57D-1E26749317AF}" destId="{EBBDBF99-C44F-4359-8314-148FEC5856BB}" srcOrd="3" destOrd="0" presId="urn:microsoft.com/office/officeart/2018/2/layout/IconVerticalSolidList"/>
    <dgm:cxn modelId="{8D117C47-4B12-4B00-826B-19F649A054CA}" type="presParOf" srcId="{889C8C53-9D8A-45A7-A742-2BCB3FF2B3BC}" destId="{D1D87814-6085-419B-A3FA-73345CC769D4}" srcOrd="3" destOrd="0" presId="urn:microsoft.com/office/officeart/2018/2/layout/IconVerticalSolidList"/>
    <dgm:cxn modelId="{C41CA7D9-FFB7-4F8F-ADA7-8C80B0FE3175}" type="presParOf" srcId="{889C8C53-9D8A-45A7-A742-2BCB3FF2B3BC}" destId="{A520E89A-74D2-46B5-AA38-F4588A2D5B60}" srcOrd="4" destOrd="0" presId="urn:microsoft.com/office/officeart/2018/2/layout/IconVerticalSolidList"/>
    <dgm:cxn modelId="{00952BFE-319C-4C47-9DFB-240053B77747}" type="presParOf" srcId="{A520E89A-74D2-46B5-AA38-F4588A2D5B60}" destId="{DC81428C-C2B7-484B-A94E-52E373F91A40}" srcOrd="0" destOrd="0" presId="urn:microsoft.com/office/officeart/2018/2/layout/IconVerticalSolidList"/>
    <dgm:cxn modelId="{8854081D-0CA5-42E1-8322-5C85FA33A3AD}" type="presParOf" srcId="{A520E89A-74D2-46B5-AA38-F4588A2D5B60}" destId="{7EE24B88-8A77-439E-ABBF-99D4374A47F5}" srcOrd="1" destOrd="0" presId="urn:microsoft.com/office/officeart/2018/2/layout/IconVerticalSolidList"/>
    <dgm:cxn modelId="{797E0585-8285-473A-8F69-F00ADD0F8FD9}" type="presParOf" srcId="{A520E89A-74D2-46B5-AA38-F4588A2D5B60}" destId="{F734CE50-DE14-4EF1-A9EA-F5D67906D10C}" srcOrd="2" destOrd="0" presId="urn:microsoft.com/office/officeart/2018/2/layout/IconVerticalSolidList"/>
    <dgm:cxn modelId="{C86D65FE-7F20-4D63-A859-016D21B5DFBE}" type="presParOf" srcId="{A520E89A-74D2-46B5-AA38-F4588A2D5B60}" destId="{6BBD5FDB-6077-434D-AE33-D212E05EAA6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9E56462-3419-442A-9EF5-54AFE9DD7D8E}"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94D9395-10D0-4C57-962B-CF7C7D09AA70}">
      <dgm:prSet/>
      <dgm:spPr/>
      <dgm:t>
        <a:bodyPr/>
        <a:lstStyle/>
        <a:p>
          <a:r>
            <a:rPr lang="en-US"/>
            <a:t>Game AI: Mastering complex games like Go (AlphaGo), Chess, and video games (AlphaStar, OpenAI Five)</a:t>
          </a:r>
        </a:p>
      </dgm:t>
    </dgm:pt>
    <dgm:pt modelId="{026F6B2D-C410-4A09-8487-223D70D694C2}" type="parTrans" cxnId="{19420089-1864-42FA-80D2-5355A7B32CFF}">
      <dgm:prSet/>
      <dgm:spPr/>
      <dgm:t>
        <a:bodyPr/>
        <a:lstStyle/>
        <a:p>
          <a:endParaRPr lang="en-US"/>
        </a:p>
      </dgm:t>
    </dgm:pt>
    <dgm:pt modelId="{864CC942-6F99-428B-A808-CCB6E3B6EC26}" type="sibTrans" cxnId="{19420089-1864-42FA-80D2-5355A7B32CFF}">
      <dgm:prSet/>
      <dgm:spPr/>
      <dgm:t>
        <a:bodyPr/>
        <a:lstStyle/>
        <a:p>
          <a:endParaRPr lang="en-US"/>
        </a:p>
      </dgm:t>
    </dgm:pt>
    <dgm:pt modelId="{1F7E7D00-78B3-48FD-B488-E0A79F06A4EA}">
      <dgm:prSet/>
      <dgm:spPr/>
      <dgm:t>
        <a:bodyPr/>
        <a:lstStyle/>
        <a:p>
          <a:r>
            <a:rPr lang="en-US"/>
            <a:t>Robotics: Teaching robots to walk, grasp objects, or perform assembly tasks through simulation and real-world practice</a:t>
          </a:r>
        </a:p>
      </dgm:t>
    </dgm:pt>
    <dgm:pt modelId="{DDD2359D-A78B-414C-861B-DB32B3D34718}" type="parTrans" cxnId="{FC003B91-DA24-4D25-B959-69DA89900323}">
      <dgm:prSet/>
      <dgm:spPr/>
      <dgm:t>
        <a:bodyPr/>
        <a:lstStyle/>
        <a:p>
          <a:endParaRPr lang="en-US"/>
        </a:p>
      </dgm:t>
    </dgm:pt>
    <dgm:pt modelId="{FCAE3050-A430-4669-889F-BAC967907984}" type="sibTrans" cxnId="{FC003B91-DA24-4D25-B959-69DA89900323}">
      <dgm:prSet/>
      <dgm:spPr/>
      <dgm:t>
        <a:bodyPr/>
        <a:lstStyle/>
        <a:p>
          <a:endParaRPr lang="en-US"/>
        </a:p>
      </dgm:t>
    </dgm:pt>
    <dgm:pt modelId="{C71DF4C5-FF00-4EE2-81C3-B462226DB5E2}">
      <dgm:prSet/>
      <dgm:spPr/>
      <dgm:t>
        <a:bodyPr/>
        <a:lstStyle/>
        <a:p>
          <a:r>
            <a:rPr lang="en-US"/>
            <a:t>Autonomous Vehicles: Navigating dynamic environments, making driving decisions (lane changes, braking)</a:t>
          </a:r>
        </a:p>
      </dgm:t>
    </dgm:pt>
    <dgm:pt modelId="{0BBADB48-273D-4C59-A703-B9A6B53FE4BC}" type="parTrans" cxnId="{84A1E379-8600-470E-91D8-9D8B70BFC943}">
      <dgm:prSet/>
      <dgm:spPr/>
      <dgm:t>
        <a:bodyPr/>
        <a:lstStyle/>
        <a:p>
          <a:endParaRPr lang="en-US"/>
        </a:p>
      </dgm:t>
    </dgm:pt>
    <dgm:pt modelId="{A7E443A7-945B-4F09-8FF6-E0339B651BCA}" type="sibTrans" cxnId="{84A1E379-8600-470E-91D8-9D8B70BFC943}">
      <dgm:prSet/>
      <dgm:spPr/>
      <dgm:t>
        <a:bodyPr/>
        <a:lstStyle/>
        <a:p>
          <a:endParaRPr lang="en-US"/>
        </a:p>
      </dgm:t>
    </dgm:pt>
    <dgm:pt modelId="{952A521B-B8A9-4058-BC20-25403619263E}">
      <dgm:prSet/>
      <dgm:spPr/>
      <dgm:t>
        <a:bodyPr/>
        <a:lstStyle/>
        <a:p>
          <a:r>
            <a:rPr lang="en-US"/>
            <a:t>Resource Management: Optimizing logistics, inventory, or network traffic control</a:t>
          </a:r>
        </a:p>
      </dgm:t>
    </dgm:pt>
    <dgm:pt modelId="{EB819548-5C74-4646-83EA-54E5BF4FE1CF}" type="parTrans" cxnId="{215A5C99-DEEC-4C21-AFBC-740D447F671B}">
      <dgm:prSet/>
      <dgm:spPr/>
      <dgm:t>
        <a:bodyPr/>
        <a:lstStyle/>
        <a:p>
          <a:endParaRPr lang="en-US"/>
        </a:p>
      </dgm:t>
    </dgm:pt>
    <dgm:pt modelId="{FFCB3F7D-9C07-4C4C-A51C-C72FD543C571}" type="sibTrans" cxnId="{215A5C99-DEEC-4C21-AFBC-740D447F671B}">
      <dgm:prSet/>
      <dgm:spPr/>
      <dgm:t>
        <a:bodyPr/>
        <a:lstStyle/>
        <a:p>
          <a:endParaRPr lang="en-US"/>
        </a:p>
      </dgm:t>
    </dgm:pt>
    <dgm:pt modelId="{B430F582-7CD7-4B39-B2AC-4F6BE4D24AA6}" type="pres">
      <dgm:prSet presAssocID="{19E56462-3419-442A-9EF5-54AFE9DD7D8E}" presName="root" presStyleCnt="0">
        <dgm:presLayoutVars>
          <dgm:dir/>
          <dgm:resizeHandles val="exact"/>
        </dgm:presLayoutVars>
      </dgm:prSet>
      <dgm:spPr/>
    </dgm:pt>
    <dgm:pt modelId="{865BBBFC-FB83-4D17-8339-C69CD1115439}" type="pres">
      <dgm:prSet presAssocID="{19E56462-3419-442A-9EF5-54AFE9DD7D8E}" presName="container" presStyleCnt="0">
        <dgm:presLayoutVars>
          <dgm:dir/>
          <dgm:resizeHandles val="exact"/>
        </dgm:presLayoutVars>
      </dgm:prSet>
      <dgm:spPr/>
    </dgm:pt>
    <dgm:pt modelId="{9184EB82-18FC-4D7A-A655-516F247FE537}" type="pres">
      <dgm:prSet presAssocID="{D94D9395-10D0-4C57-962B-CF7C7D09AA70}" presName="compNode" presStyleCnt="0"/>
      <dgm:spPr/>
    </dgm:pt>
    <dgm:pt modelId="{B1D041F6-04EA-44A9-A70D-BA8909C1DFCC}" type="pres">
      <dgm:prSet presAssocID="{D94D9395-10D0-4C57-962B-CF7C7D09AA70}" presName="iconBgRect" presStyleLbl="bgShp" presStyleIdx="0" presStyleCnt="4"/>
      <dgm:spPr/>
    </dgm:pt>
    <dgm:pt modelId="{B7AA6151-6C4F-4F1C-8599-90E7A152D328}" type="pres">
      <dgm:prSet presAssocID="{D94D9395-10D0-4C57-962B-CF7C7D09AA7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ss Pieces"/>
        </a:ext>
      </dgm:extLst>
    </dgm:pt>
    <dgm:pt modelId="{4E2DFBCA-F004-483D-8F11-141F80D8FCE5}" type="pres">
      <dgm:prSet presAssocID="{D94D9395-10D0-4C57-962B-CF7C7D09AA70}" presName="spaceRect" presStyleCnt="0"/>
      <dgm:spPr/>
    </dgm:pt>
    <dgm:pt modelId="{7304F6AB-4F7A-4428-A422-985B072D2E4B}" type="pres">
      <dgm:prSet presAssocID="{D94D9395-10D0-4C57-962B-CF7C7D09AA70}" presName="textRect" presStyleLbl="revTx" presStyleIdx="0" presStyleCnt="4">
        <dgm:presLayoutVars>
          <dgm:chMax val="1"/>
          <dgm:chPref val="1"/>
        </dgm:presLayoutVars>
      </dgm:prSet>
      <dgm:spPr/>
    </dgm:pt>
    <dgm:pt modelId="{32F4522C-2053-4462-861F-3D0A79E6876B}" type="pres">
      <dgm:prSet presAssocID="{864CC942-6F99-428B-A808-CCB6E3B6EC26}" presName="sibTrans" presStyleLbl="sibTrans2D1" presStyleIdx="0" presStyleCnt="0"/>
      <dgm:spPr/>
    </dgm:pt>
    <dgm:pt modelId="{5FD2250B-D93D-457C-A81D-AEB164CC29F5}" type="pres">
      <dgm:prSet presAssocID="{1F7E7D00-78B3-48FD-B488-E0A79F06A4EA}" presName="compNode" presStyleCnt="0"/>
      <dgm:spPr/>
    </dgm:pt>
    <dgm:pt modelId="{9FD655BD-C28C-4028-9B6F-36ED4C843116}" type="pres">
      <dgm:prSet presAssocID="{1F7E7D00-78B3-48FD-B488-E0A79F06A4EA}" presName="iconBgRect" presStyleLbl="bgShp" presStyleIdx="1" presStyleCnt="4"/>
      <dgm:spPr/>
    </dgm:pt>
    <dgm:pt modelId="{2188F557-A550-477B-96BA-6992012CCEC6}" type="pres">
      <dgm:prSet presAssocID="{1F7E7D00-78B3-48FD-B488-E0A79F06A4E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CB0096D3-D44B-4F26-9DA0-54BBBAF734CF}" type="pres">
      <dgm:prSet presAssocID="{1F7E7D00-78B3-48FD-B488-E0A79F06A4EA}" presName="spaceRect" presStyleCnt="0"/>
      <dgm:spPr/>
    </dgm:pt>
    <dgm:pt modelId="{D658BF86-396A-4CA2-A9AB-DD2B81445482}" type="pres">
      <dgm:prSet presAssocID="{1F7E7D00-78B3-48FD-B488-E0A79F06A4EA}" presName="textRect" presStyleLbl="revTx" presStyleIdx="1" presStyleCnt="4">
        <dgm:presLayoutVars>
          <dgm:chMax val="1"/>
          <dgm:chPref val="1"/>
        </dgm:presLayoutVars>
      </dgm:prSet>
      <dgm:spPr/>
    </dgm:pt>
    <dgm:pt modelId="{BB144F23-BF0B-40C1-9C6F-6ECAE787A5D2}" type="pres">
      <dgm:prSet presAssocID="{FCAE3050-A430-4669-889F-BAC967907984}" presName="sibTrans" presStyleLbl="sibTrans2D1" presStyleIdx="0" presStyleCnt="0"/>
      <dgm:spPr/>
    </dgm:pt>
    <dgm:pt modelId="{FF3A8EF8-8D42-41AD-8BF3-92610208878F}" type="pres">
      <dgm:prSet presAssocID="{C71DF4C5-FF00-4EE2-81C3-B462226DB5E2}" presName="compNode" presStyleCnt="0"/>
      <dgm:spPr/>
    </dgm:pt>
    <dgm:pt modelId="{CAAED4BA-F31A-44BD-8199-A349AB764B61}" type="pres">
      <dgm:prSet presAssocID="{C71DF4C5-FF00-4EE2-81C3-B462226DB5E2}" presName="iconBgRect" presStyleLbl="bgShp" presStyleIdx="2" presStyleCnt="4"/>
      <dgm:spPr/>
    </dgm:pt>
    <dgm:pt modelId="{ABF26E3B-7AD4-4DD8-8BE8-2E1CECD31126}" type="pres">
      <dgm:prSet presAssocID="{C71DF4C5-FF00-4EE2-81C3-B462226DB5E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torcycle"/>
        </a:ext>
      </dgm:extLst>
    </dgm:pt>
    <dgm:pt modelId="{8110A561-7C3E-4BFF-8ED4-02268B3FFDF6}" type="pres">
      <dgm:prSet presAssocID="{C71DF4C5-FF00-4EE2-81C3-B462226DB5E2}" presName="spaceRect" presStyleCnt="0"/>
      <dgm:spPr/>
    </dgm:pt>
    <dgm:pt modelId="{46564D64-3707-4401-8F59-38C68A987B45}" type="pres">
      <dgm:prSet presAssocID="{C71DF4C5-FF00-4EE2-81C3-B462226DB5E2}" presName="textRect" presStyleLbl="revTx" presStyleIdx="2" presStyleCnt="4">
        <dgm:presLayoutVars>
          <dgm:chMax val="1"/>
          <dgm:chPref val="1"/>
        </dgm:presLayoutVars>
      </dgm:prSet>
      <dgm:spPr/>
    </dgm:pt>
    <dgm:pt modelId="{94A2C6FE-EC60-445E-896C-7B538813AAC8}" type="pres">
      <dgm:prSet presAssocID="{A7E443A7-945B-4F09-8FF6-E0339B651BCA}" presName="sibTrans" presStyleLbl="sibTrans2D1" presStyleIdx="0" presStyleCnt="0"/>
      <dgm:spPr/>
    </dgm:pt>
    <dgm:pt modelId="{C49C609D-DD42-42E3-8AA4-389A83544D8E}" type="pres">
      <dgm:prSet presAssocID="{952A521B-B8A9-4058-BC20-25403619263E}" presName="compNode" presStyleCnt="0"/>
      <dgm:spPr/>
    </dgm:pt>
    <dgm:pt modelId="{259AD917-4A57-4782-BAF4-D374F548F214}" type="pres">
      <dgm:prSet presAssocID="{952A521B-B8A9-4058-BC20-25403619263E}" presName="iconBgRect" presStyleLbl="bgShp" presStyleIdx="3" presStyleCnt="4"/>
      <dgm:spPr/>
    </dgm:pt>
    <dgm:pt modelId="{2DE3F320-7A47-45C3-BCFD-EA7434B97DB8}" type="pres">
      <dgm:prSet presAssocID="{952A521B-B8A9-4058-BC20-25403619263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uck"/>
        </a:ext>
      </dgm:extLst>
    </dgm:pt>
    <dgm:pt modelId="{E791294C-3708-4EE7-B6E5-B340C2137AF9}" type="pres">
      <dgm:prSet presAssocID="{952A521B-B8A9-4058-BC20-25403619263E}" presName="spaceRect" presStyleCnt="0"/>
      <dgm:spPr/>
    </dgm:pt>
    <dgm:pt modelId="{7004816E-5979-4D97-BD1F-10691B2C6B26}" type="pres">
      <dgm:prSet presAssocID="{952A521B-B8A9-4058-BC20-25403619263E}" presName="textRect" presStyleLbl="revTx" presStyleIdx="3" presStyleCnt="4">
        <dgm:presLayoutVars>
          <dgm:chMax val="1"/>
          <dgm:chPref val="1"/>
        </dgm:presLayoutVars>
      </dgm:prSet>
      <dgm:spPr/>
    </dgm:pt>
  </dgm:ptLst>
  <dgm:cxnLst>
    <dgm:cxn modelId="{4C5A4E0E-3632-4502-B57B-49342606D870}" type="presOf" srcId="{A7E443A7-945B-4F09-8FF6-E0339B651BCA}" destId="{94A2C6FE-EC60-445E-896C-7B538813AAC8}" srcOrd="0" destOrd="0" presId="urn:microsoft.com/office/officeart/2018/2/layout/IconCircleList"/>
    <dgm:cxn modelId="{1AAD5C21-CF08-4CD0-A286-667EC41484A2}" type="presOf" srcId="{19E56462-3419-442A-9EF5-54AFE9DD7D8E}" destId="{B430F582-7CD7-4B39-B2AC-4F6BE4D24AA6}" srcOrd="0" destOrd="0" presId="urn:microsoft.com/office/officeart/2018/2/layout/IconCircleList"/>
    <dgm:cxn modelId="{79944622-FE85-490C-A85F-D297E9D7B7D9}" type="presOf" srcId="{864CC942-6F99-428B-A808-CCB6E3B6EC26}" destId="{32F4522C-2053-4462-861F-3D0A79E6876B}" srcOrd="0" destOrd="0" presId="urn:microsoft.com/office/officeart/2018/2/layout/IconCircleList"/>
    <dgm:cxn modelId="{436E7A3E-E60E-4D2B-A88F-59636F364F5B}" type="presOf" srcId="{1F7E7D00-78B3-48FD-B488-E0A79F06A4EA}" destId="{D658BF86-396A-4CA2-A9AB-DD2B81445482}" srcOrd="0" destOrd="0" presId="urn:microsoft.com/office/officeart/2018/2/layout/IconCircleList"/>
    <dgm:cxn modelId="{2B59763F-70CB-4D93-BB30-9321333D8279}" type="presOf" srcId="{D94D9395-10D0-4C57-962B-CF7C7D09AA70}" destId="{7304F6AB-4F7A-4428-A422-985B072D2E4B}" srcOrd="0" destOrd="0" presId="urn:microsoft.com/office/officeart/2018/2/layout/IconCircleList"/>
    <dgm:cxn modelId="{A66E8369-C155-41EF-BA05-DDE936CDD70A}" type="presOf" srcId="{C71DF4C5-FF00-4EE2-81C3-B462226DB5E2}" destId="{46564D64-3707-4401-8F59-38C68A987B45}" srcOrd="0" destOrd="0" presId="urn:microsoft.com/office/officeart/2018/2/layout/IconCircleList"/>
    <dgm:cxn modelId="{84A1E379-8600-470E-91D8-9D8B70BFC943}" srcId="{19E56462-3419-442A-9EF5-54AFE9DD7D8E}" destId="{C71DF4C5-FF00-4EE2-81C3-B462226DB5E2}" srcOrd="2" destOrd="0" parTransId="{0BBADB48-273D-4C59-A703-B9A6B53FE4BC}" sibTransId="{A7E443A7-945B-4F09-8FF6-E0339B651BCA}"/>
    <dgm:cxn modelId="{88CAD35A-80EF-4DE6-82EB-6EBF458C49F4}" type="presOf" srcId="{952A521B-B8A9-4058-BC20-25403619263E}" destId="{7004816E-5979-4D97-BD1F-10691B2C6B26}" srcOrd="0" destOrd="0" presId="urn:microsoft.com/office/officeart/2018/2/layout/IconCircleList"/>
    <dgm:cxn modelId="{19420089-1864-42FA-80D2-5355A7B32CFF}" srcId="{19E56462-3419-442A-9EF5-54AFE9DD7D8E}" destId="{D94D9395-10D0-4C57-962B-CF7C7D09AA70}" srcOrd="0" destOrd="0" parTransId="{026F6B2D-C410-4A09-8487-223D70D694C2}" sibTransId="{864CC942-6F99-428B-A808-CCB6E3B6EC26}"/>
    <dgm:cxn modelId="{FC003B91-DA24-4D25-B959-69DA89900323}" srcId="{19E56462-3419-442A-9EF5-54AFE9DD7D8E}" destId="{1F7E7D00-78B3-48FD-B488-E0A79F06A4EA}" srcOrd="1" destOrd="0" parTransId="{DDD2359D-A78B-414C-861B-DB32B3D34718}" sibTransId="{FCAE3050-A430-4669-889F-BAC967907984}"/>
    <dgm:cxn modelId="{215A5C99-DEEC-4C21-AFBC-740D447F671B}" srcId="{19E56462-3419-442A-9EF5-54AFE9DD7D8E}" destId="{952A521B-B8A9-4058-BC20-25403619263E}" srcOrd="3" destOrd="0" parTransId="{EB819548-5C74-4646-83EA-54E5BF4FE1CF}" sibTransId="{FFCB3F7D-9C07-4C4C-A51C-C72FD543C571}"/>
    <dgm:cxn modelId="{E5B8CADC-EF48-4509-B21B-219E1542F547}" type="presOf" srcId="{FCAE3050-A430-4669-889F-BAC967907984}" destId="{BB144F23-BF0B-40C1-9C6F-6ECAE787A5D2}" srcOrd="0" destOrd="0" presId="urn:microsoft.com/office/officeart/2018/2/layout/IconCircleList"/>
    <dgm:cxn modelId="{BDCC1B7D-3BD9-4E79-9CBF-C9C2AC8198B8}" type="presParOf" srcId="{B430F582-7CD7-4B39-B2AC-4F6BE4D24AA6}" destId="{865BBBFC-FB83-4D17-8339-C69CD1115439}" srcOrd="0" destOrd="0" presId="urn:microsoft.com/office/officeart/2018/2/layout/IconCircleList"/>
    <dgm:cxn modelId="{CDB78A77-B6E9-4353-8A32-4A32C0555BF8}" type="presParOf" srcId="{865BBBFC-FB83-4D17-8339-C69CD1115439}" destId="{9184EB82-18FC-4D7A-A655-516F247FE537}" srcOrd="0" destOrd="0" presId="urn:microsoft.com/office/officeart/2018/2/layout/IconCircleList"/>
    <dgm:cxn modelId="{B91601C8-7283-4106-951E-674AAF268A99}" type="presParOf" srcId="{9184EB82-18FC-4D7A-A655-516F247FE537}" destId="{B1D041F6-04EA-44A9-A70D-BA8909C1DFCC}" srcOrd="0" destOrd="0" presId="urn:microsoft.com/office/officeart/2018/2/layout/IconCircleList"/>
    <dgm:cxn modelId="{DA0BB3C0-31D9-4FF3-AAEF-6B749B07DB03}" type="presParOf" srcId="{9184EB82-18FC-4D7A-A655-516F247FE537}" destId="{B7AA6151-6C4F-4F1C-8599-90E7A152D328}" srcOrd="1" destOrd="0" presId="urn:microsoft.com/office/officeart/2018/2/layout/IconCircleList"/>
    <dgm:cxn modelId="{D94C6641-F4AC-4C13-BB10-84CE07F9BA0D}" type="presParOf" srcId="{9184EB82-18FC-4D7A-A655-516F247FE537}" destId="{4E2DFBCA-F004-483D-8F11-141F80D8FCE5}" srcOrd="2" destOrd="0" presId="urn:microsoft.com/office/officeart/2018/2/layout/IconCircleList"/>
    <dgm:cxn modelId="{223CB462-EADD-4548-8E4B-840BD2441B16}" type="presParOf" srcId="{9184EB82-18FC-4D7A-A655-516F247FE537}" destId="{7304F6AB-4F7A-4428-A422-985B072D2E4B}" srcOrd="3" destOrd="0" presId="urn:microsoft.com/office/officeart/2018/2/layout/IconCircleList"/>
    <dgm:cxn modelId="{7980011B-0B31-4C02-A729-664776A19BBE}" type="presParOf" srcId="{865BBBFC-FB83-4D17-8339-C69CD1115439}" destId="{32F4522C-2053-4462-861F-3D0A79E6876B}" srcOrd="1" destOrd="0" presId="urn:microsoft.com/office/officeart/2018/2/layout/IconCircleList"/>
    <dgm:cxn modelId="{C79F1124-DAC2-4060-9B23-98DA352F93EE}" type="presParOf" srcId="{865BBBFC-FB83-4D17-8339-C69CD1115439}" destId="{5FD2250B-D93D-457C-A81D-AEB164CC29F5}" srcOrd="2" destOrd="0" presId="urn:microsoft.com/office/officeart/2018/2/layout/IconCircleList"/>
    <dgm:cxn modelId="{0175C114-5A32-4926-8FA4-8204AA229264}" type="presParOf" srcId="{5FD2250B-D93D-457C-A81D-AEB164CC29F5}" destId="{9FD655BD-C28C-4028-9B6F-36ED4C843116}" srcOrd="0" destOrd="0" presId="urn:microsoft.com/office/officeart/2018/2/layout/IconCircleList"/>
    <dgm:cxn modelId="{E2CF818A-5F17-4759-9520-915141D74950}" type="presParOf" srcId="{5FD2250B-D93D-457C-A81D-AEB164CC29F5}" destId="{2188F557-A550-477B-96BA-6992012CCEC6}" srcOrd="1" destOrd="0" presId="urn:microsoft.com/office/officeart/2018/2/layout/IconCircleList"/>
    <dgm:cxn modelId="{5DB933A5-F818-4E3C-BF53-AA4CA9D0B032}" type="presParOf" srcId="{5FD2250B-D93D-457C-A81D-AEB164CC29F5}" destId="{CB0096D3-D44B-4F26-9DA0-54BBBAF734CF}" srcOrd="2" destOrd="0" presId="urn:microsoft.com/office/officeart/2018/2/layout/IconCircleList"/>
    <dgm:cxn modelId="{D5778E1C-C069-4291-AAE1-68FB44912D52}" type="presParOf" srcId="{5FD2250B-D93D-457C-A81D-AEB164CC29F5}" destId="{D658BF86-396A-4CA2-A9AB-DD2B81445482}" srcOrd="3" destOrd="0" presId="urn:microsoft.com/office/officeart/2018/2/layout/IconCircleList"/>
    <dgm:cxn modelId="{8DA2D47E-CE76-4AC8-B399-3315FDEB5B30}" type="presParOf" srcId="{865BBBFC-FB83-4D17-8339-C69CD1115439}" destId="{BB144F23-BF0B-40C1-9C6F-6ECAE787A5D2}" srcOrd="3" destOrd="0" presId="urn:microsoft.com/office/officeart/2018/2/layout/IconCircleList"/>
    <dgm:cxn modelId="{3564FA9A-089E-4C5C-88B9-33A0B0618A61}" type="presParOf" srcId="{865BBBFC-FB83-4D17-8339-C69CD1115439}" destId="{FF3A8EF8-8D42-41AD-8BF3-92610208878F}" srcOrd="4" destOrd="0" presId="urn:microsoft.com/office/officeart/2018/2/layout/IconCircleList"/>
    <dgm:cxn modelId="{55F70C2F-E0DC-4C75-B3DE-55DFE34295BD}" type="presParOf" srcId="{FF3A8EF8-8D42-41AD-8BF3-92610208878F}" destId="{CAAED4BA-F31A-44BD-8199-A349AB764B61}" srcOrd="0" destOrd="0" presId="urn:microsoft.com/office/officeart/2018/2/layout/IconCircleList"/>
    <dgm:cxn modelId="{0FC903F7-938D-4913-AD15-0FA21CCDD935}" type="presParOf" srcId="{FF3A8EF8-8D42-41AD-8BF3-92610208878F}" destId="{ABF26E3B-7AD4-4DD8-8BE8-2E1CECD31126}" srcOrd="1" destOrd="0" presId="urn:microsoft.com/office/officeart/2018/2/layout/IconCircleList"/>
    <dgm:cxn modelId="{DDE12E25-E936-4829-8CCB-CBDE283F5579}" type="presParOf" srcId="{FF3A8EF8-8D42-41AD-8BF3-92610208878F}" destId="{8110A561-7C3E-4BFF-8ED4-02268B3FFDF6}" srcOrd="2" destOrd="0" presId="urn:microsoft.com/office/officeart/2018/2/layout/IconCircleList"/>
    <dgm:cxn modelId="{62876DDE-B419-4281-A94D-F2A83075BA2A}" type="presParOf" srcId="{FF3A8EF8-8D42-41AD-8BF3-92610208878F}" destId="{46564D64-3707-4401-8F59-38C68A987B45}" srcOrd="3" destOrd="0" presId="urn:microsoft.com/office/officeart/2018/2/layout/IconCircleList"/>
    <dgm:cxn modelId="{8180FEF0-9B8C-4EF1-9053-F7FAF1876E92}" type="presParOf" srcId="{865BBBFC-FB83-4D17-8339-C69CD1115439}" destId="{94A2C6FE-EC60-445E-896C-7B538813AAC8}" srcOrd="5" destOrd="0" presId="urn:microsoft.com/office/officeart/2018/2/layout/IconCircleList"/>
    <dgm:cxn modelId="{8D979554-CC47-4B5D-ABCA-A2CFF67CF3CB}" type="presParOf" srcId="{865BBBFC-FB83-4D17-8339-C69CD1115439}" destId="{C49C609D-DD42-42E3-8AA4-389A83544D8E}" srcOrd="6" destOrd="0" presId="urn:microsoft.com/office/officeart/2018/2/layout/IconCircleList"/>
    <dgm:cxn modelId="{FD52A59C-22AF-4AED-8EDA-D2653BA4AC56}" type="presParOf" srcId="{C49C609D-DD42-42E3-8AA4-389A83544D8E}" destId="{259AD917-4A57-4782-BAF4-D374F548F214}" srcOrd="0" destOrd="0" presId="urn:microsoft.com/office/officeart/2018/2/layout/IconCircleList"/>
    <dgm:cxn modelId="{2990DE61-2529-465D-AE22-4C700EE796C2}" type="presParOf" srcId="{C49C609D-DD42-42E3-8AA4-389A83544D8E}" destId="{2DE3F320-7A47-45C3-BCFD-EA7434B97DB8}" srcOrd="1" destOrd="0" presId="urn:microsoft.com/office/officeart/2018/2/layout/IconCircleList"/>
    <dgm:cxn modelId="{4C71FAD1-37DE-4651-B0BB-41CE33AE9791}" type="presParOf" srcId="{C49C609D-DD42-42E3-8AA4-389A83544D8E}" destId="{E791294C-3708-4EE7-B6E5-B340C2137AF9}" srcOrd="2" destOrd="0" presId="urn:microsoft.com/office/officeart/2018/2/layout/IconCircleList"/>
    <dgm:cxn modelId="{FBA6B11C-4ADC-4563-BFE4-40D3DA5C8AE3}" type="presParOf" srcId="{C49C609D-DD42-42E3-8AA4-389A83544D8E}" destId="{7004816E-5979-4D97-BD1F-10691B2C6B2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62C70D1-3590-41FF-A7BA-B096B45FD564}"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90042497-8D20-4D61-BD69-A93E7EC26F87}">
      <dgm:prSet/>
      <dgm:spPr/>
      <dgm:t>
        <a:bodyPr/>
        <a:lstStyle/>
        <a:p>
          <a:r>
            <a:rPr lang="en-US"/>
            <a:t>Features (Input Variables): The measurable characteristics or properties used for prediction. Example: For house price prediction: square footage, number of bedrooms, location, age.</a:t>
          </a:r>
        </a:p>
      </dgm:t>
    </dgm:pt>
    <dgm:pt modelId="{7B46BBC9-4C27-4BB8-A123-9BE6DBCFAB5C}" type="parTrans" cxnId="{4CD6C507-98B1-4297-BDF8-554817B75D82}">
      <dgm:prSet/>
      <dgm:spPr/>
      <dgm:t>
        <a:bodyPr/>
        <a:lstStyle/>
        <a:p>
          <a:endParaRPr lang="en-US"/>
        </a:p>
      </dgm:t>
    </dgm:pt>
    <dgm:pt modelId="{186B8871-7FC4-4169-82EE-8A1711D314D1}" type="sibTrans" cxnId="{4CD6C507-98B1-4297-BDF8-554817B75D82}">
      <dgm:prSet/>
      <dgm:spPr/>
      <dgm:t>
        <a:bodyPr/>
        <a:lstStyle/>
        <a:p>
          <a:endParaRPr lang="en-US"/>
        </a:p>
      </dgm:t>
    </dgm:pt>
    <dgm:pt modelId="{932ED1F9-39D1-4CF9-8482-94B3E5D4DFB3}">
      <dgm:prSet/>
      <dgm:spPr/>
      <dgm:t>
        <a:bodyPr/>
        <a:lstStyle/>
        <a:p>
          <a:r>
            <a:rPr lang="en-US"/>
            <a:t>Labels (Output/Target Variables): The variable we want to predict in supervised learning. Example: The actual sale price of the house.</a:t>
          </a:r>
        </a:p>
      </dgm:t>
    </dgm:pt>
    <dgm:pt modelId="{A53D8839-F06F-45F8-B2E7-2B80F53E81A4}" type="parTrans" cxnId="{AFD053BC-9512-4441-8E65-C175415B9A61}">
      <dgm:prSet/>
      <dgm:spPr/>
      <dgm:t>
        <a:bodyPr/>
        <a:lstStyle/>
        <a:p>
          <a:endParaRPr lang="en-US"/>
        </a:p>
      </dgm:t>
    </dgm:pt>
    <dgm:pt modelId="{F0924E5A-543C-4EF1-AFDC-A7EC62886314}" type="sibTrans" cxnId="{AFD053BC-9512-4441-8E65-C175415B9A61}">
      <dgm:prSet/>
      <dgm:spPr/>
      <dgm:t>
        <a:bodyPr/>
        <a:lstStyle/>
        <a:p>
          <a:endParaRPr lang="en-US"/>
        </a:p>
      </dgm:t>
    </dgm:pt>
    <dgm:pt modelId="{D612A583-6089-4E3A-A0E8-17926121B02B}">
      <dgm:prSet/>
      <dgm:spPr/>
      <dgm:t>
        <a:bodyPr/>
        <a:lstStyle/>
        <a:p>
          <a:r>
            <a:rPr lang="en-US"/>
            <a:t>Training: The process where the ML model learns the relationship between features and labels by analyzing the training dataset. It adjusts its internal parameters to minimize error.</a:t>
          </a:r>
        </a:p>
      </dgm:t>
    </dgm:pt>
    <dgm:pt modelId="{58DC4765-3013-401C-83FC-A9DA5032DEF5}" type="parTrans" cxnId="{1EB6E50E-B574-4FDA-AE8C-F358A64F1120}">
      <dgm:prSet/>
      <dgm:spPr/>
      <dgm:t>
        <a:bodyPr/>
        <a:lstStyle/>
        <a:p>
          <a:endParaRPr lang="en-US"/>
        </a:p>
      </dgm:t>
    </dgm:pt>
    <dgm:pt modelId="{86A0BD8C-42A2-499D-AB1B-089E7803F3E3}" type="sibTrans" cxnId="{1EB6E50E-B574-4FDA-AE8C-F358A64F1120}">
      <dgm:prSet/>
      <dgm:spPr/>
      <dgm:t>
        <a:bodyPr/>
        <a:lstStyle/>
        <a:p>
          <a:endParaRPr lang="en-US"/>
        </a:p>
      </dgm:t>
    </dgm:pt>
    <dgm:pt modelId="{F1B73BEE-923D-488F-96FF-D893B2A225F8}" type="pres">
      <dgm:prSet presAssocID="{C62C70D1-3590-41FF-A7BA-B096B45FD564}" presName="Name0" presStyleCnt="0">
        <dgm:presLayoutVars>
          <dgm:dir/>
          <dgm:animLvl val="lvl"/>
          <dgm:resizeHandles val="exact"/>
        </dgm:presLayoutVars>
      </dgm:prSet>
      <dgm:spPr/>
    </dgm:pt>
    <dgm:pt modelId="{0C630707-423D-45E7-82C9-5664D8D5C6DE}" type="pres">
      <dgm:prSet presAssocID="{D612A583-6089-4E3A-A0E8-17926121B02B}" presName="boxAndChildren" presStyleCnt="0"/>
      <dgm:spPr/>
    </dgm:pt>
    <dgm:pt modelId="{DD672187-D5C9-4B29-B04B-E374D31B500C}" type="pres">
      <dgm:prSet presAssocID="{D612A583-6089-4E3A-A0E8-17926121B02B}" presName="parentTextBox" presStyleLbl="node1" presStyleIdx="0" presStyleCnt="3"/>
      <dgm:spPr/>
    </dgm:pt>
    <dgm:pt modelId="{4C8A1EB6-F0D1-4357-B314-C72E10D907B5}" type="pres">
      <dgm:prSet presAssocID="{F0924E5A-543C-4EF1-AFDC-A7EC62886314}" presName="sp" presStyleCnt="0"/>
      <dgm:spPr/>
    </dgm:pt>
    <dgm:pt modelId="{B90E0366-5324-407B-BCBA-ECABECC6C6B5}" type="pres">
      <dgm:prSet presAssocID="{932ED1F9-39D1-4CF9-8482-94B3E5D4DFB3}" presName="arrowAndChildren" presStyleCnt="0"/>
      <dgm:spPr/>
    </dgm:pt>
    <dgm:pt modelId="{EA280D3C-EACB-45B2-B30A-30C317F09C09}" type="pres">
      <dgm:prSet presAssocID="{932ED1F9-39D1-4CF9-8482-94B3E5D4DFB3}" presName="parentTextArrow" presStyleLbl="node1" presStyleIdx="1" presStyleCnt="3"/>
      <dgm:spPr/>
    </dgm:pt>
    <dgm:pt modelId="{F1F6D5B6-4D40-418F-B38A-D8C11E3C86C4}" type="pres">
      <dgm:prSet presAssocID="{186B8871-7FC4-4169-82EE-8A1711D314D1}" presName="sp" presStyleCnt="0"/>
      <dgm:spPr/>
    </dgm:pt>
    <dgm:pt modelId="{5D3B040F-AA81-44F6-8C43-7889B0BB2DF4}" type="pres">
      <dgm:prSet presAssocID="{90042497-8D20-4D61-BD69-A93E7EC26F87}" presName="arrowAndChildren" presStyleCnt="0"/>
      <dgm:spPr/>
    </dgm:pt>
    <dgm:pt modelId="{F14558D6-8825-4134-9CB0-0E33C46C3C8C}" type="pres">
      <dgm:prSet presAssocID="{90042497-8D20-4D61-BD69-A93E7EC26F87}" presName="parentTextArrow" presStyleLbl="node1" presStyleIdx="2" presStyleCnt="3"/>
      <dgm:spPr/>
    </dgm:pt>
  </dgm:ptLst>
  <dgm:cxnLst>
    <dgm:cxn modelId="{4CD6C507-98B1-4297-BDF8-554817B75D82}" srcId="{C62C70D1-3590-41FF-A7BA-B096B45FD564}" destId="{90042497-8D20-4D61-BD69-A93E7EC26F87}" srcOrd="0" destOrd="0" parTransId="{7B46BBC9-4C27-4BB8-A123-9BE6DBCFAB5C}" sibTransId="{186B8871-7FC4-4169-82EE-8A1711D314D1}"/>
    <dgm:cxn modelId="{1EB6E50E-B574-4FDA-AE8C-F358A64F1120}" srcId="{C62C70D1-3590-41FF-A7BA-B096B45FD564}" destId="{D612A583-6089-4E3A-A0E8-17926121B02B}" srcOrd="2" destOrd="0" parTransId="{58DC4765-3013-401C-83FC-A9DA5032DEF5}" sibTransId="{86A0BD8C-42A2-499D-AB1B-089E7803F3E3}"/>
    <dgm:cxn modelId="{82224C28-D88B-4154-94A9-85340B4636DE}" type="presOf" srcId="{932ED1F9-39D1-4CF9-8482-94B3E5D4DFB3}" destId="{EA280D3C-EACB-45B2-B30A-30C317F09C09}" srcOrd="0" destOrd="0" presId="urn:microsoft.com/office/officeart/2005/8/layout/process4"/>
    <dgm:cxn modelId="{53482F7A-F3C6-4792-AA18-CC7D39FE2B76}" type="presOf" srcId="{D612A583-6089-4E3A-A0E8-17926121B02B}" destId="{DD672187-D5C9-4B29-B04B-E374D31B500C}" srcOrd="0" destOrd="0" presId="urn:microsoft.com/office/officeart/2005/8/layout/process4"/>
    <dgm:cxn modelId="{E929F0AF-B8F2-4E11-8A76-FCA6A58D9A36}" type="presOf" srcId="{90042497-8D20-4D61-BD69-A93E7EC26F87}" destId="{F14558D6-8825-4134-9CB0-0E33C46C3C8C}" srcOrd="0" destOrd="0" presId="urn:microsoft.com/office/officeart/2005/8/layout/process4"/>
    <dgm:cxn modelId="{AFD053BC-9512-4441-8E65-C175415B9A61}" srcId="{C62C70D1-3590-41FF-A7BA-B096B45FD564}" destId="{932ED1F9-39D1-4CF9-8482-94B3E5D4DFB3}" srcOrd="1" destOrd="0" parTransId="{A53D8839-F06F-45F8-B2E7-2B80F53E81A4}" sibTransId="{F0924E5A-543C-4EF1-AFDC-A7EC62886314}"/>
    <dgm:cxn modelId="{89B845E2-7DD1-48EB-AB20-6F1CF25FA08F}" type="presOf" srcId="{C62C70D1-3590-41FF-A7BA-B096B45FD564}" destId="{F1B73BEE-923D-488F-96FF-D893B2A225F8}" srcOrd="0" destOrd="0" presId="urn:microsoft.com/office/officeart/2005/8/layout/process4"/>
    <dgm:cxn modelId="{D31E3072-DFCE-4DD4-A56E-1918C94C72E9}" type="presParOf" srcId="{F1B73BEE-923D-488F-96FF-D893B2A225F8}" destId="{0C630707-423D-45E7-82C9-5664D8D5C6DE}" srcOrd="0" destOrd="0" presId="urn:microsoft.com/office/officeart/2005/8/layout/process4"/>
    <dgm:cxn modelId="{FFC3B02F-E01C-427D-B1DE-9A87A01E236F}" type="presParOf" srcId="{0C630707-423D-45E7-82C9-5664D8D5C6DE}" destId="{DD672187-D5C9-4B29-B04B-E374D31B500C}" srcOrd="0" destOrd="0" presId="urn:microsoft.com/office/officeart/2005/8/layout/process4"/>
    <dgm:cxn modelId="{874098BB-730C-450F-A329-46E912F7E120}" type="presParOf" srcId="{F1B73BEE-923D-488F-96FF-D893B2A225F8}" destId="{4C8A1EB6-F0D1-4357-B314-C72E10D907B5}" srcOrd="1" destOrd="0" presId="urn:microsoft.com/office/officeart/2005/8/layout/process4"/>
    <dgm:cxn modelId="{A408E901-02F9-4A14-A2E3-1C3B67B69A0A}" type="presParOf" srcId="{F1B73BEE-923D-488F-96FF-D893B2A225F8}" destId="{B90E0366-5324-407B-BCBA-ECABECC6C6B5}" srcOrd="2" destOrd="0" presId="urn:microsoft.com/office/officeart/2005/8/layout/process4"/>
    <dgm:cxn modelId="{5F7AC193-6ECD-4205-B4A6-B9E9FFDEB132}" type="presParOf" srcId="{B90E0366-5324-407B-BCBA-ECABECC6C6B5}" destId="{EA280D3C-EACB-45B2-B30A-30C317F09C09}" srcOrd="0" destOrd="0" presId="urn:microsoft.com/office/officeart/2005/8/layout/process4"/>
    <dgm:cxn modelId="{FBD22A38-9D08-459B-8CE7-8C29A0759B01}" type="presParOf" srcId="{F1B73BEE-923D-488F-96FF-D893B2A225F8}" destId="{F1F6D5B6-4D40-418F-B38A-D8C11E3C86C4}" srcOrd="3" destOrd="0" presId="urn:microsoft.com/office/officeart/2005/8/layout/process4"/>
    <dgm:cxn modelId="{0F26E389-7C0B-4626-B6A1-FE3607A7CB00}" type="presParOf" srcId="{F1B73BEE-923D-488F-96FF-D893B2A225F8}" destId="{5D3B040F-AA81-44F6-8C43-7889B0BB2DF4}" srcOrd="4" destOrd="0" presId="urn:microsoft.com/office/officeart/2005/8/layout/process4"/>
    <dgm:cxn modelId="{677E3EF7-93B9-40FD-9048-B8F7E8BD4260}" type="presParOf" srcId="{5D3B040F-AA81-44F6-8C43-7889B0BB2DF4}" destId="{F14558D6-8825-4134-9CB0-0E33C46C3C8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DA3C45D-C549-452B-9E31-18837A53A7E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2009379-63C7-4CCF-BEA1-76502D4176DB}">
      <dgm:prSet/>
      <dgm:spPr/>
      <dgm:t>
        <a:bodyPr/>
        <a:lstStyle/>
        <a:p>
          <a:r>
            <a:rPr lang="en-US"/>
            <a:t>Validation/Testing: Evaluating the trained model on a separate, unseen dataset (validation/test set). This estimates how well the model will perform on new, real-world data.</a:t>
          </a:r>
        </a:p>
      </dgm:t>
    </dgm:pt>
    <dgm:pt modelId="{5F4D9E73-1619-4FD3-97D7-374B41CEC02D}" type="parTrans" cxnId="{F1D3D18D-3812-45A0-B1D0-3D2039695A8B}">
      <dgm:prSet/>
      <dgm:spPr/>
      <dgm:t>
        <a:bodyPr/>
        <a:lstStyle/>
        <a:p>
          <a:endParaRPr lang="en-US"/>
        </a:p>
      </dgm:t>
    </dgm:pt>
    <dgm:pt modelId="{3648760F-DF38-43C0-ADA4-82C73C01F2BB}" type="sibTrans" cxnId="{F1D3D18D-3812-45A0-B1D0-3D2039695A8B}">
      <dgm:prSet/>
      <dgm:spPr/>
      <dgm:t>
        <a:bodyPr/>
        <a:lstStyle/>
        <a:p>
          <a:endParaRPr lang="en-US"/>
        </a:p>
      </dgm:t>
    </dgm:pt>
    <dgm:pt modelId="{6245CE0D-9E0D-4E4F-8917-F2F993EFADB4}">
      <dgm:prSet/>
      <dgm:spPr/>
      <dgm:t>
        <a:bodyPr/>
        <a:lstStyle/>
        <a:p>
          <a:r>
            <a:rPr lang="en-US"/>
            <a:t>Overfitting: A critical problem where the model learns the noise and specific details of the training data too well, failing to generalize to new data. Symptoms: Perfect on training data, poor on validation data.</a:t>
          </a:r>
        </a:p>
      </dgm:t>
    </dgm:pt>
    <dgm:pt modelId="{C2AC7B03-F073-4C40-B8BA-9C5721AF76D2}" type="parTrans" cxnId="{52F03F81-12E6-4D28-AB65-8CC395BFDFDD}">
      <dgm:prSet/>
      <dgm:spPr/>
      <dgm:t>
        <a:bodyPr/>
        <a:lstStyle/>
        <a:p>
          <a:endParaRPr lang="en-US"/>
        </a:p>
      </dgm:t>
    </dgm:pt>
    <dgm:pt modelId="{F5A53333-67B5-49DB-BB06-9CC6C91B6E89}" type="sibTrans" cxnId="{52F03F81-12E6-4D28-AB65-8CC395BFDFDD}">
      <dgm:prSet/>
      <dgm:spPr/>
      <dgm:t>
        <a:bodyPr/>
        <a:lstStyle/>
        <a:p>
          <a:endParaRPr lang="en-US"/>
        </a:p>
      </dgm:t>
    </dgm:pt>
    <dgm:pt modelId="{31FE82A1-27B0-40EB-B52B-68019549F230}">
      <dgm:prSet/>
      <dgm:spPr/>
      <dgm:t>
        <a:bodyPr/>
        <a:lstStyle/>
        <a:p>
          <a:r>
            <a:rPr lang="en-US"/>
            <a:t>Cause: Model is too complex relative to the amount and noisiness of the training data.</a:t>
          </a:r>
        </a:p>
      </dgm:t>
    </dgm:pt>
    <dgm:pt modelId="{05A8C75E-AA40-41D0-A376-27CD05FA2A02}" type="parTrans" cxnId="{43007729-0A8B-402C-9551-3F06A4EBFC9A}">
      <dgm:prSet/>
      <dgm:spPr/>
      <dgm:t>
        <a:bodyPr/>
        <a:lstStyle/>
        <a:p>
          <a:endParaRPr lang="en-US"/>
        </a:p>
      </dgm:t>
    </dgm:pt>
    <dgm:pt modelId="{E9474C88-9EF7-4DCE-8CFF-7B57A9456F75}" type="sibTrans" cxnId="{43007729-0A8B-402C-9551-3F06A4EBFC9A}">
      <dgm:prSet/>
      <dgm:spPr/>
      <dgm:t>
        <a:bodyPr/>
        <a:lstStyle/>
        <a:p>
          <a:endParaRPr lang="en-US"/>
        </a:p>
      </dgm:t>
    </dgm:pt>
    <dgm:pt modelId="{DF92EEE6-9554-481A-B3F3-13AF41AE408D}" type="pres">
      <dgm:prSet presAssocID="{FDA3C45D-C549-452B-9E31-18837A53A7EB}" presName="linear" presStyleCnt="0">
        <dgm:presLayoutVars>
          <dgm:animLvl val="lvl"/>
          <dgm:resizeHandles val="exact"/>
        </dgm:presLayoutVars>
      </dgm:prSet>
      <dgm:spPr/>
    </dgm:pt>
    <dgm:pt modelId="{1D1464C2-4333-4D59-9265-E829CB356EAF}" type="pres">
      <dgm:prSet presAssocID="{D2009379-63C7-4CCF-BEA1-76502D4176DB}" presName="parentText" presStyleLbl="node1" presStyleIdx="0" presStyleCnt="3">
        <dgm:presLayoutVars>
          <dgm:chMax val="0"/>
          <dgm:bulletEnabled val="1"/>
        </dgm:presLayoutVars>
      </dgm:prSet>
      <dgm:spPr/>
    </dgm:pt>
    <dgm:pt modelId="{7E305CDB-0665-49F7-AC46-8A6AF04FBAE7}" type="pres">
      <dgm:prSet presAssocID="{3648760F-DF38-43C0-ADA4-82C73C01F2BB}" presName="spacer" presStyleCnt="0"/>
      <dgm:spPr/>
    </dgm:pt>
    <dgm:pt modelId="{6D44FB94-6216-442E-A470-FD8C8ACEE0F3}" type="pres">
      <dgm:prSet presAssocID="{6245CE0D-9E0D-4E4F-8917-F2F993EFADB4}" presName="parentText" presStyleLbl="node1" presStyleIdx="1" presStyleCnt="3">
        <dgm:presLayoutVars>
          <dgm:chMax val="0"/>
          <dgm:bulletEnabled val="1"/>
        </dgm:presLayoutVars>
      </dgm:prSet>
      <dgm:spPr/>
    </dgm:pt>
    <dgm:pt modelId="{275887B6-5959-4F86-B616-20502FFF8E18}" type="pres">
      <dgm:prSet presAssocID="{F5A53333-67B5-49DB-BB06-9CC6C91B6E89}" presName="spacer" presStyleCnt="0"/>
      <dgm:spPr/>
    </dgm:pt>
    <dgm:pt modelId="{C20A706F-1ADE-47A4-8BCF-714DDABA240E}" type="pres">
      <dgm:prSet presAssocID="{31FE82A1-27B0-40EB-B52B-68019549F230}" presName="parentText" presStyleLbl="node1" presStyleIdx="2" presStyleCnt="3">
        <dgm:presLayoutVars>
          <dgm:chMax val="0"/>
          <dgm:bulletEnabled val="1"/>
        </dgm:presLayoutVars>
      </dgm:prSet>
      <dgm:spPr/>
    </dgm:pt>
  </dgm:ptLst>
  <dgm:cxnLst>
    <dgm:cxn modelId="{43007729-0A8B-402C-9551-3F06A4EBFC9A}" srcId="{FDA3C45D-C549-452B-9E31-18837A53A7EB}" destId="{31FE82A1-27B0-40EB-B52B-68019549F230}" srcOrd="2" destOrd="0" parTransId="{05A8C75E-AA40-41D0-A376-27CD05FA2A02}" sibTransId="{E9474C88-9EF7-4DCE-8CFF-7B57A9456F75}"/>
    <dgm:cxn modelId="{FB41202B-E61B-4134-BB52-8E6123845164}" type="presOf" srcId="{FDA3C45D-C549-452B-9E31-18837A53A7EB}" destId="{DF92EEE6-9554-481A-B3F3-13AF41AE408D}" srcOrd="0" destOrd="0" presId="urn:microsoft.com/office/officeart/2005/8/layout/vList2"/>
    <dgm:cxn modelId="{44F1786F-DC3F-41DD-A5AC-056A05B933C2}" type="presOf" srcId="{31FE82A1-27B0-40EB-B52B-68019549F230}" destId="{C20A706F-1ADE-47A4-8BCF-714DDABA240E}" srcOrd="0" destOrd="0" presId="urn:microsoft.com/office/officeart/2005/8/layout/vList2"/>
    <dgm:cxn modelId="{69927A73-FBCF-4C4B-8850-608232BC6F5C}" type="presOf" srcId="{D2009379-63C7-4CCF-BEA1-76502D4176DB}" destId="{1D1464C2-4333-4D59-9265-E829CB356EAF}" srcOrd="0" destOrd="0" presId="urn:microsoft.com/office/officeart/2005/8/layout/vList2"/>
    <dgm:cxn modelId="{52F03F81-12E6-4D28-AB65-8CC395BFDFDD}" srcId="{FDA3C45D-C549-452B-9E31-18837A53A7EB}" destId="{6245CE0D-9E0D-4E4F-8917-F2F993EFADB4}" srcOrd="1" destOrd="0" parTransId="{C2AC7B03-F073-4C40-B8BA-9C5721AF76D2}" sibTransId="{F5A53333-67B5-49DB-BB06-9CC6C91B6E89}"/>
    <dgm:cxn modelId="{F1D3D18D-3812-45A0-B1D0-3D2039695A8B}" srcId="{FDA3C45D-C549-452B-9E31-18837A53A7EB}" destId="{D2009379-63C7-4CCF-BEA1-76502D4176DB}" srcOrd="0" destOrd="0" parTransId="{5F4D9E73-1619-4FD3-97D7-374B41CEC02D}" sibTransId="{3648760F-DF38-43C0-ADA4-82C73C01F2BB}"/>
    <dgm:cxn modelId="{1A38A2F6-5149-49C3-88FA-99991F76A4A7}" type="presOf" srcId="{6245CE0D-9E0D-4E4F-8917-F2F993EFADB4}" destId="{6D44FB94-6216-442E-A470-FD8C8ACEE0F3}" srcOrd="0" destOrd="0" presId="urn:microsoft.com/office/officeart/2005/8/layout/vList2"/>
    <dgm:cxn modelId="{F904CEB6-977D-4B04-AAD2-E126444D81FD}" type="presParOf" srcId="{DF92EEE6-9554-481A-B3F3-13AF41AE408D}" destId="{1D1464C2-4333-4D59-9265-E829CB356EAF}" srcOrd="0" destOrd="0" presId="urn:microsoft.com/office/officeart/2005/8/layout/vList2"/>
    <dgm:cxn modelId="{1EA9F470-123E-481C-B8D7-59BC4322BED8}" type="presParOf" srcId="{DF92EEE6-9554-481A-B3F3-13AF41AE408D}" destId="{7E305CDB-0665-49F7-AC46-8A6AF04FBAE7}" srcOrd="1" destOrd="0" presId="urn:microsoft.com/office/officeart/2005/8/layout/vList2"/>
    <dgm:cxn modelId="{48D88BBE-E383-4DAD-AC04-D7A10CE128B6}" type="presParOf" srcId="{DF92EEE6-9554-481A-B3F3-13AF41AE408D}" destId="{6D44FB94-6216-442E-A470-FD8C8ACEE0F3}" srcOrd="2" destOrd="0" presId="urn:microsoft.com/office/officeart/2005/8/layout/vList2"/>
    <dgm:cxn modelId="{EEA15355-8E5D-4CBA-9E51-BADE8C1F6951}" type="presParOf" srcId="{DF92EEE6-9554-481A-B3F3-13AF41AE408D}" destId="{275887B6-5959-4F86-B616-20502FFF8E18}" srcOrd="3" destOrd="0" presId="urn:microsoft.com/office/officeart/2005/8/layout/vList2"/>
    <dgm:cxn modelId="{A8F2343E-39FE-495A-80AA-F1E7AEABB881}" type="presParOf" srcId="{DF92EEE6-9554-481A-B3F3-13AF41AE408D}" destId="{C20A706F-1ADE-47A4-8BCF-714DDABA240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4559D1B-02A1-41C6-AFE8-6198288EC937}"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7ED17C3D-2DD1-4027-8A78-CC6FDDAC76A1}">
      <dgm:prSet/>
      <dgm:spPr/>
      <dgm:t>
        <a:bodyPr/>
        <a:lstStyle/>
        <a:p>
          <a:r>
            <a:rPr lang="en-US"/>
            <a:t>TensorFlow (by Google): Comprehensive, production-ready ecosystem for ML and deep learning. Known for scalability and deployment tools.</a:t>
          </a:r>
        </a:p>
      </dgm:t>
    </dgm:pt>
    <dgm:pt modelId="{11AB090C-9278-47E9-92FB-253C4823B006}" type="parTrans" cxnId="{BC71C793-3ECC-4322-9513-490501575717}">
      <dgm:prSet/>
      <dgm:spPr/>
      <dgm:t>
        <a:bodyPr/>
        <a:lstStyle/>
        <a:p>
          <a:endParaRPr lang="en-US"/>
        </a:p>
      </dgm:t>
    </dgm:pt>
    <dgm:pt modelId="{916BE004-0011-4DCB-B3B6-A41822FAA589}" type="sibTrans" cxnId="{BC71C793-3ECC-4322-9513-490501575717}">
      <dgm:prSet/>
      <dgm:spPr/>
      <dgm:t>
        <a:bodyPr/>
        <a:lstStyle/>
        <a:p>
          <a:endParaRPr lang="en-US"/>
        </a:p>
      </dgm:t>
    </dgm:pt>
    <dgm:pt modelId="{A65822EA-2D93-481B-9A1B-52D983B76942}">
      <dgm:prSet/>
      <dgm:spPr/>
      <dgm:t>
        <a:bodyPr/>
        <a:lstStyle/>
        <a:p>
          <a:r>
            <a:rPr lang="en-US"/>
            <a:t>PyTorch (by Meta): Research-friendly framework with dynamic computation graphs. Favored for its flexibility and intuitive Pythonic design.</a:t>
          </a:r>
        </a:p>
      </dgm:t>
    </dgm:pt>
    <dgm:pt modelId="{07D57FFE-DD5B-41D6-AE9F-C5CE0D4B2CAD}" type="parTrans" cxnId="{0CAAA628-04D7-46AF-A1DE-83B09D732252}">
      <dgm:prSet/>
      <dgm:spPr/>
      <dgm:t>
        <a:bodyPr/>
        <a:lstStyle/>
        <a:p>
          <a:endParaRPr lang="en-US"/>
        </a:p>
      </dgm:t>
    </dgm:pt>
    <dgm:pt modelId="{B17BBA53-85CC-48CB-882B-44467DAF8EFC}" type="sibTrans" cxnId="{0CAAA628-04D7-46AF-A1DE-83B09D732252}">
      <dgm:prSet/>
      <dgm:spPr/>
      <dgm:t>
        <a:bodyPr/>
        <a:lstStyle/>
        <a:p>
          <a:endParaRPr lang="en-US"/>
        </a:p>
      </dgm:t>
    </dgm:pt>
    <dgm:pt modelId="{367CB01A-B8D4-4F1C-A33E-84B0ABD6947B}">
      <dgm:prSet/>
      <dgm:spPr/>
      <dgm:t>
        <a:bodyPr/>
        <a:lstStyle/>
        <a:p>
          <a:r>
            <a:rPr lang="en-US"/>
            <a:t>scikit-learn (Community): The go-to library for classical ML algorithms (supervised/unsupervised). Excellent for prototyping, with simple and consistent API.</a:t>
          </a:r>
        </a:p>
      </dgm:t>
    </dgm:pt>
    <dgm:pt modelId="{70BFAD6D-E24C-4943-8284-913AA461C380}" type="parTrans" cxnId="{A31AC49E-ED7C-4D65-A29A-AC4A0B34E573}">
      <dgm:prSet/>
      <dgm:spPr/>
      <dgm:t>
        <a:bodyPr/>
        <a:lstStyle/>
        <a:p>
          <a:endParaRPr lang="en-US"/>
        </a:p>
      </dgm:t>
    </dgm:pt>
    <dgm:pt modelId="{2BFC82CE-4FF2-4A84-9483-E6074F9DFE95}" type="sibTrans" cxnId="{A31AC49E-ED7C-4D65-A29A-AC4A0B34E573}">
      <dgm:prSet/>
      <dgm:spPr/>
      <dgm:t>
        <a:bodyPr/>
        <a:lstStyle/>
        <a:p>
          <a:endParaRPr lang="en-US"/>
        </a:p>
      </dgm:t>
    </dgm:pt>
    <dgm:pt modelId="{F713EF08-631D-459B-B965-7FDC44FBA6FE}">
      <dgm:prSet/>
      <dgm:spPr/>
      <dgm:t>
        <a:bodyPr/>
        <a:lstStyle/>
        <a:p>
          <a:r>
            <a:rPr lang="en-US"/>
            <a:t>Keras (now part of TensorFlow): High-level neural networks API, running on top of TensorFlow. Designed for fast experimentation and user-friendliness.</a:t>
          </a:r>
        </a:p>
      </dgm:t>
    </dgm:pt>
    <dgm:pt modelId="{CADAD81F-A0F9-4C21-B791-7602C457E6EC}" type="parTrans" cxnId="{B3C4475F-47B6-4671-9442-64FE37B826D7}">
      <dgm:prSet/>
      <dgm:spPr/>
      <dgm:t>
        <a:bodyPr/>
        <a:lstStyle/>
        <a:p>
          <a:endParaRPr lang="en-US"/>
        </a:p>
      </dgm:t>
    </dgm:pt>
    <dgm:pt modelId="{81BD9669-AAF3-4D3B-BAAD-51340D9B6318}" type="sibTrans" cxnId="{B3C4475F-47B6-4671-9442-64FE37B826D7}">
      <dgm:prSet/>
      <dgm:spPr/>
      <dgm:t>
        <a:bodyPr/>
        <a:lstStyle/>
        <a:p>
          <a:endParaRPr lang="en-US"/>
        </a:p>
      </dgm:t>
    </dgm:pt>
    <dgm:pt modelId="{5A978925-8D4E-4DB6-AEDF-D56D94FD4E75}" type="pres">
      <dgm:prSet presAssocID="{34559D1B-02A1-41C6-AFE8-6198288EC937}" presName="root" presStyleCnt="0">
        <dgm:presLayoutVars>
          <dgm:dir/>
          <dgm:resizeHandles val="exact"/>
        </dgm:presLayoutVars>
      </dgm:prSet>
      <dgm:spPr/>
    </dgm:pt>
    <dgm:pt modelId="{BD6A2CEF-5547-49F7-A1DE-2C0BC2707E4A}" type="pres">
      <dgm:prSet presAssocID="{34559D1B-02A1-41C6-AFE8-6198288EC937}" presName="container" presStyleCnt="0">
        <dgm:presLayoutVars>
          <dgm:dir/>
          <dgm:resizeHandles val="exact"/>
        </dgm:presLayoutVars>
      </dgm:prSet>
      <dgm:spPr/>
    </dgm:pt>
    <dgm:pt modelId="{5A1A2D08-8AF7-48CA-820E-C90610CAF9F1}" type="pres">
      <dgm:prSet presAssocID="{7ED17C3D-2DD1-4027-8A78-CC6FDDAC76A1}" presName="compNode" presStyleCnt="0"/>
      <dgm:spPr/>
    </dgm:pt>
    <dgm:pt modelId="{8CD60E47-B867-4DAE-BCA1-C1E3A62895B7}" type="pres">
      <dgm:prSet presAssocID="{7ED17C3D-2DD1-4027-8A78-CC6FDDAC76A1}" presName="iconBgRect" presStyleLbl="bgShp" presStyleIdx="0" presStyleCnt="4"/>
      <dgm:spPr/>
    </dgm:pt>
    <dgm:pt modelId="{BBC6D99B-4ACF-469E-818D-D534DD5327BB}" type="pres">
      <dgm:prSet presAssocID="{7ED17C3D-2DD1-4027-8A78-CC6FDDAC76A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35FC4C67-5A45-47FF-9B85-A2CC1E7778B8}" type="pres">
      <dgm:prSet presAssocID="{7ED17C3D-2DD1-4027-8A78-CC6FDDAC76A1}" presName="spaceRect" presStyleCnt="0"/>
      <dgm:spPr/>
    </dgm:pt>
    <dgm:pt modelId="{91E66DE5-FA00-420C-9CB6-396DC9E5C93F}" type="pres">
      <dgm:prSet presAssocID="{7ED17C3D-2DD1-4027-8A78-CC6FDDAC76A1}" presName="textRect" presStyleLbl="revTx" presStyleIdx="0" presStyleCnt="4">
        <dgm:presLayoutVars>
          <dgm:chMax val="1"/>
          <dgm:chPref val="1"/>
        </dgm:presLayoutVars>
      </dgm:prSet>
      <dgm:spPr/>
    </dgm:pt>
    <dgm:pt modelId="{C8107C2B-235F-43E3-ACA2-7D977366D441}" type="pres">
      <dgm:prSet presAssocID="{916BE004-0011-4DCB-B3B6-A41822FAA589}" presName="sibTrans" presStyleLbl="sibTrans2D1" presStyleIdx="0" presStyleCnt="0"/>
      <dgm:spPr/>
    </dgm:pt>
    <dgm:pt modelId="{629E8E86-4483-4660-BE09-758107103075}" type="pres">
      <dgm:prSet presAssocID="{A65822EA-2D93-481B-9A1B-52D983B76942}" presName="compNode" presStyleCnt="0"/>
      <dgm:spPr/>
    </dgm:pt>
    <dgm:pt modelId="{517293E8-BA62-4950-9978-53AB42E19444}" type="pres">
      <dgm:prSet presAssocID="{A65822EA-2D93-481B-9A1B-52D983B76942}" presName="iconBgRect" presStyleLbl="bgShp" presStyleIdx="1" presStyleCnt="4"/>
      <dgm:spPr/>
    </dgm:pt>
    <dgm:pt modelId="{84506709-D6D6-4777-874C-3960E93460C6}" type="pres">
      <dgm:prSet presAssocID="{A65822EA-2D93-481B-9A1B-52D983B7694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4F1A18B4-BB25-4BC5-872A-6F74DC1B8119}" type="pres">
      <dgm:prSet presAssocID="{A65822EA-2D93-481B-9A1B-52D983B76942}" presName="spaceRect" presStyleCnt="0"/>
      <dgm:spPr/>
    </dgm:pt>
    <dgm:pt modelId="{784D1734-DCD0-4855-9B84-CA42842EEE12}" type="pres">
      <dgm:prSet presAssocID="{A65822EA-2D93-481B-9A1B-52D983B76942}" presName="textRect" presStyleLbl="revTx" presStyleIdx="1" presStyleCnt="4">
        <dgm:presLayoutVars>
          <dgm:chMax val="1"/>
          <dgm:chPref val="1"/>
        </dgm:presLayoutVars>
      </dgm:prSet>
      <dgm:spPr/>
    </dgm:pt>
    <dgm:pt modelId="{FC1A526A-81D8-4734-B16B-DBBFBBBACACF}" type="pres">
      <dgm:prSet presAssocID="{B17BBA53-85CC-48CB-882B-44467DAF8EFC}" presName="sibTrans" presStyleLbl="sibTrans2D1" presStyleIdx="0" presStyleCnt="0"/>
      <dgm:spPr/>
    </dgm:pt>
    <dgm:pt modelId="{292C5BDB-1229-47C7-99F6-CF903E096408}" type="pres">
      <dgm:prSet presAssocID="{367CB01A-B8D4-4F1C-A33E-84B0ABD6947B}" presName="compNode" presStyleCnt="0"/>
      <dgm:spPr/>
    </dgm:pt>
    <dgm:pt modelId="{298E4477-568E-48B4-ABF2-F62C7C6182F8}" type="pres">
      <dgm:prSet presAssocID="{367CB01A-B8D4-4F1C-A33E-84B0ABD6947B}" presName="iconBgRect" presStyleLbl="bgShp" presStyleIdx="2" presStyleCnt="4"/>
      <dgm:spPr/>
    </dgm:pt>
    <dgm:pt modelId="{CDFF3271-566B-4EB2-949E-E9EE503EB4AF}" type="pres">
      <dgm:prSet presAssocID="{367CB01A-B8D4-4F1C-A33E-84B0ABD6947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6153C6DF-BAB2-4A83-B240-F0D140FDDF3B}" type="pres">
      <dgm:prSet presAssocID="{367CB01A-B8D4-4F1C-A33E-84B0ABD6947B}" presName="spaceRect" presStyleCnt="0"/>
      <dgm:spPr/>
    </dgm:pt>
    <dgm:pt modelId="{95B8AC4D-BA95-4929-B588-4AF51CABCF1A}" type="pres">
      <dgm:prSet presAssocID="{367CB01A-B8D4-4F1C-A33E-84B0ABD6947B}" presName="textRect" presStyleLbl="revTx" presStyleIdx="2" presStyleCnt="4">
        <dgm:presLayoutVars>
          <dgm:chMax val="1"/>
          <dgm:chPref val="1"/>
        </dgm:presLayoutVars>
      </dgm:prSet>
      <dgm:spPr/>
    </dgm:pt>
    <dgm:pt modelId="{FBB77AC2-0252-4BD8-9001-03CD2BB799DF}" type="pres">
      <dgm:prSet presAssocID="{2BFC82CE-4FF2-4A84-9483-E6074F9DFE95}" presName="sibTrans" presStyleLbl="sibTrans2D1" presStyleIdx="0" presStyleCnt="0"/>
      <dgm:spPr/>
    </dgm:pt>
    <dgm:pt modelId="{EBA8A066-F084-437E-99B2-052D523B29E1}" type="pres">
      <dgm:prSet presAssocID="{F713EF08-631D-459B-B965-7FDC44FBA6FE}" presName="compNode" presStyleCnt="0"/>
      <dgm:spPr/>
    </dgm:pt>
    <dgm:pt modelId="{B9C7485A-DFAB-4E35-8B39-E5B2365FDB01}" type="pres">
      <dgm:prSet presAssocID="{F713EF08-631D-459B-B965-7FDC44FBA6FE}" presName="iconBgRect" presStyleLbl="bgShp" presStyleIdx="3" presStyleCnt="4"/>
      <dgm:spPr/>
    </dgm:pt>
    <dgm:pt modelId="{BFC118D2-EFB0-4C98-811F-9520A1967009}" type="pres">
      <dgm:prSet presAssocID="{F713EF08-631D-459B-B965-7FDC44FBA6F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Network"/>
        </a:ext>
      </dgm:extLst>
    </dgm:pt>
    <dgm:pt modelId="{2BA3E512-8CAA-4D56-AAF6-3D9C7EB1C893}" type="pres">
      <dgm:prSet presAssocID="{F713EF08-631D-459B-B965-7FDC44FBA6FE}" presName="spaceRect" presStyleCnt="0"/>
      <dgm:spPr/>
    </dgm:pt>
    <dgm:pt modelId="{CA5F73B3-945A-4599-ABFD-5361D33832A1}" type="pres">
      <dgm:prSet presAssocID="{F713EF08-631D-459B-B965-7FDC44FBA6FE}" presName="textRect" presStyleLbl="revTx" presStyleIdx="3" presStyleCnt="4">
        <dgm:presLayoutVars>
          <dgm:chMax val="1"/>
          <dgm:chPref val="1"/>
        </dgm:presLayoutVars>
      </dgm:prSet>
      <dgm:spPr/>
    </dgm:pt>
  </dgm:ptLst>
  <dgm:cxnLst>
    <dgm:cxn modelId="{0464D316-8941-4C39-A997-36F23B08D319}" type="presOf" srcId="{7ED17C3D-2DD1-4027-8A78-CC6FDDAC76A1}" destId="{91E66DE5-FA00-420C-9CB6-396DC9E5C93F}" srcOrd="0" destOrd="0" presId="urn:microsoft.com/office/officeart/2018/2/layout/IconCircleList"/>
    <dgm:cxn modelId="{B235B41A-6355-40C0-85FD-57ADBD6C0B23}" type="presOf" srcId="{B17BBA53-85CC-48CB-882B-44467DAF8EFC}" destId="{FC1A526A-81D8-4734-B16B-DBBFBBBACACF}" srcOrd="0" destOrd="0" presId="urn:microsoft.com/office/officeart/2018/2/layout/IconCircleList"/>
    <dgm:cxn modelId="{0CAAA628-04D7-46AF-A1DE-83B09D732252}" srcId="{34559D1B-02A1-41C6-AFE8-6198288EC937}" destId="{A65822EA-2D93-481B-9A1B-52D983B76942}" srcOrd="1" destOrd="0" parTransId="{07D57FFE-DD5B-41D6-AE9F-C5CE0D4B2CAD}" sibTransId="{B17BBA53-85CC-48CB-882B-44467DAF8EFC}"/>
    <dgm:cxn modelId="{3502BB5D-6A03-47B8-9392-D10164341E97}" type="presOf" srcId="{2BFC82CE-4FF2-4A84-9483-E6074F9DFE95}" destId="{FBB77AC2-0252-4BD8-9001-03CD2BB799DF}" srcOrd="0" destOrd="0" presId="urn:microsoft.com/office/officeart/2018/2/layout/IconCircleList"/>
    <dgm:cxn modelId="{B3C4475F-47B6-4671-9442-64FE37B826D7}" srcId="{34559D1B-02A1-41C6-AFE8-6198288EC937}" destId="{F713EF08-631D-459B-B965-7FDC44FBA6FE}" srcOrd="3" destOrd="0" parTransId="{CADAD81F-A0F9-4C21-B791-7602C457E6EC}" sibTransId="{81BD9669-AAF3-4D3B-BAAD-51340D9B6318}"/>
    <dgm:cxn modelId="{B2994B63-7A32-4CD9-B6B1-050DCD010FB2}" type="presOf" srcId="{F713EF08-631D-459B-B965-7FDC44FBA6FE}" destId="{CA5F73B3-945A-4599-ABFD-5361D33832A1}" srcOrd="0" destOrd="0" presId="urn:microsoft.com/office/officeart/2018/2/layout/IconCircleList"/>
    <dgm:cxn modelId="{404D3E64-ADAC-43E2-BA7F-1E159D1000F4}" type="presOf" srcId="{34559D1B-02A1-41C6-AFE8-6198288EC937}" destId="{5A978925-8D4E-4DB6-AEDF-D56D94FD4E75}" srcOrd="0" destOrd="0" presId="urn:microsoft.com/office/officeart/2018/2/layout/IconCircleList"/>
    <dgm:cxn modelId="{D9E79675-1400-4165-AD83-AEB9808C169D}" type="presOf" srcId="{A65822EA-2D93-481B-9A1B-52D983B76942}" destId="{784D1734-DCD0-4855-9B84-CA42842EEE12}" srcOrd="0" destOrd="0" presId="urn:microsoft.com/office/officeart/2018/2/layout/IconCircleList"/>
    <dgm:cxn modelId="{F4C2FE77-9FE5-4ACA-8C49-7EF635AB91A2}" type="presOf" srcId="{367CB01A-B8D4-4F1C-A33E-84B0ABD6947B}" destId="{95B8AC4D-BA95-4929-B588-4AF51CABCF1A}" srcOrd="0" destOrd="0" presId="urn:microsoft.com/office/officeart/2018/2/layout/IconCircleList"/>
    <dgm:cxn modelId="{B8CBA07E-5833-49BD-A978-BC3897A4FB43}" type="presOf" srcId="{916BE004-0011-4DCB-B3B6-A41822FAA589}" destId="{C8107C2B-235F-43E3-ACA2-7D977366D441}" srcOrd="0" destOrd="0" presId="urn:microsoft.com/office/officeart/2018/2/layout/IconCircleList"/>
    <dgm:cxn modelId="{BC71C793-3ECC-4322-9513-490501575717}" srcId="{34559D1B-02A1-41C6-AFE8-6198288EC937}" destId="{7ED17C3D-2DD1-4027-8A78-CC6FDDAC76A1}" srcOrd="0" destOrd="0" parTransId="{11AB090C-9278-47E9-92FB-253C4823B006}" sibTransId="{916BE004-0011-4DCB-B3B6-A41822FAA589}"/>
    <dgm:cxn modelId="{A31AC49E-ED7C-4D65-A29A-AC4A0B34E573}" srcId="{34559D1B-02A1-41C6-AFE8-6198288EC937}" destId="{367CB01A-B8D4-4F1C-A33E-84B0ABD6947B}" srcOrd="2" destOrd="0" parTransId="{70BFAD6D-E24C-4943-8284-913AA461C380}" sibTransId="{2BFC82CE-4FF2-4A84-9483-E6074F9DFE95}"/>
    <dgm:cxn modelId="{2B48488F-0338-495B-ACF5-0A86CBBEC689}" type="presParOf" srcId="{5A978925-8D4E-4DB6-AEDF-D56D94FD4E75}" destId="{BD6A2CEF-5547-49F7-A1DE-2C0BC2707E4A}" srcOrd="0" destOrd="0" presId="urn:microsoft.com/office/officeart/2018/2/layout/IconCircleList"/>
    <dgm:cxn modelId="{335898A9-DF24-4F47-A7DC-71FF798B0AC9}" type="presParOf" srcId="{BD6A2CEF-5547-49F7-A1DE-2C0BC2707E4A}" destId="{5A1A2D08-8AF7-48CA-820E-C90610CAF9F1}" srcOrd="0" destOrd="0" presId="urn:microsoft.com/office/officeart/2018/2/layout/IconCircleList"/>
    <dgm:cxn modelId="{B172BC1E-809C-4C8B-B200-1118B9DAEA2C}" type="presParOf" srcId="{5A1A2D08-8AF7-48CA-820E-C90610CAF9F1}" destId="{8CD60E47-B867-4DAE-BCA1-C1E3A62895B7}" srcOrd="0" destOrd="0" presId="urn:microsoft.com/office/officeart/2018/2/layout/IconCircleList"/>
    <dgm:cxn modelId="{784B12F3-A63D-4BB9-87B1-2BD4FDC97E8A}" type="presParOf" srcId="{5A1A2D08-8AF7-48CA-820E-C90610CAF9F1}" destId="{BBC6D99B-4ACF-469E-818D-D534DD5327BB}" srcOrd="1" destOrd="0" presId="urn:microsoft.com/office/officeart/2018/2/layout/IconCircleList"/>
    <dgm:cxn modelId="{12D7E546-7A9A-48E1-A3FA-F8093FF7994E}" type="presParOf" srcId="{5A1A2D08-8AF7-48CA-820E-C90610CAF9F1}" destId="{35FC4C67-5A45-47FF-9B85-A2CC1E7778B8}" srcOrd="2" destOrd="0" presId="urn:microsoft.com/office/officeart/2018/2/layout/IconCircleList"/>
    <dgm:cxn modelId="{3E4E5F71-0D9A-4947-A6EA-7E504E24F3FF}" type="presParOf" srcId="{5A1A2D08-8AF7-48CA-820E-C90610CAF9F1}" destId="{91E66DE5-FA00-420C-9CB6-396DC9E5C93F}" srcOrd="3" destOrd="0" presId="urn:microsoft.com/office/officeart/2018/2/layout/IconCircleList"/>
    <dgm:cxn modelId="{A4DDA5D5-9F29-4E97-AF6C-E948B2A9B28D}" type="presParOf" srcId="{BD6A2CEF-5547-49F7-A1DE-2C0BC2707E4A}" destId="{C8107C2B-235F-43E3-ACA2-7D977366D441}" srcOrd="1" destOrd="0" presId="urn:microsoft.com/office/officeart/2018/2/layout/IconCircleList"/>
    <dgm:cxn modelId="{5F466FD9-9C24-47BB-9A7B-316FDB9A096B}" type="presParOf" srcId="{BD6A2CEF-5547-49F7-A1DE-2C0BC2707E4A}" destId="{629E8E86-4483-4660-BE09-758107103075}" srcOrd="2" destOrd="0" presId="urn:microsoft.com/office/officeart/2018/2/layout/IconCircleList"/>
    <dgm:cxn modelId="{B9317FFF-5E86-450D-97FA-786309EDF20D}" type="presParOf" srcId="{629E8E86-4483-4660-BE09-758107103075}" destId="{517293E8-BA62-4950-9978-53AB42E19444}" srcOrd="0" destOrd="0" presId="urn:microsoft.com/office/officeart/2018/2/layout/IconCircleList"/>
    <dgm:cxn modelId="{58FB456E-457F-4ED8-9B38-72EC4DED5E4B}" type="presParOf" srcId="{629E8E86-4483-4660-BE09-758107103075}" destId="{84506709-D6D6-4777-874C-3960E93460C6}" srcOrd="1" destOrd="0" presId="urn:microsoft.com/office/officeart/2018/2/layout/IconCircleList"/>
    <dgm:cxn modelId="{C07B344D-4D1B-4CE4-8566-B4AB4BF2083F}" type="presParOf" srcId="{629E8E86-4483-4660-BE09-758107103075}" destId="{4F1A18B4-BB25-4BC5-872A-6F74DC1B8119}" srcOrd="2" destOrd="0" presId="urn:microsoft.com/office/officeart/2018/2/layout/IconCircleList"/>
    <dgm:cxn modelId="{75E8B61A-784F-4623-BB14-6C284F81199E}" type="presParOf" srcId="{629E8E86-4483-4660-BE09-758107103075}" destId="{784D1734-DCD0-4855-9B84-CA42842EEE12}" srcOrd="3" destOrd="0" presId="urn:microsoft.com/office/officeart/2018/2/layout/IconCircleList"/>
    <dgm:cxn modelId="{A503B3CA-6051-4A9A-9F40-D00B5F22F7FB}" type="presParOf" srcId="{BD6A2CEF-5547-49F7-A1DE-2C0BC2707E4A}" destId="{FC1A526A-81D8-4734-B16B-DBBFBBBACACF}" srcOrd="3" destOrd="0" presId="urn:microsoft.com/office/officeart/2018/2/layout/IconCircleList"/>
    <dgm:cxn modelId="{B530435B-FD32-4DCA-A7BF-D31ED4DE24AE}" type="presParOf" srcId="{BD6A2CEF-5547-49F7-A1DE-2C0BC2707E4A}" destId="{292C5BDB-1229-47C7-99F6-CF903E096408}" srcOrd="4" destOrd="0" presId="urn:microsoft.com/office/officeart/2018/2/layout/IconCircleList"/>
    <dgm:cxn modelId="{27813654-8558-435C-8030-7FE10F090671}" type="presParOf" srcId="{292C5BDB-1229-47C7-99F6-CF903E096408}" destId="{298E4477-568E-48B4-ABF2-F62C7C6182F8}" srcOrd="0" destOrd="0" presId="urn:microsoft.com/office/officeart/2018/2/layout/IconCircleList"/>
    <dgm:cxn modelId="{43DDF9E0-070B-4E1D-A6BB-5FE513D3005D}" type="presParOf" srcId="{292C5BDB-1229-47C7-99F6-CF903E096408}" destId="{CDFF3271-566B-4EB2-949E-E9EE503EB4AF}" srcOrd="1" destOrd="0" presId="urn:microsoft.com/office/officeart/2018/2/layout/IconCircleList"/>
    <dgm:cxn modelId="{AE8DD950-9D97-47F2-BAEF-EA07B8F46C34}" type="presParOf" srcId="{292C5BDB-1229-47C7-99F6-CF903E096408}" destId="{6153C6DF-BAB2-4A83-B240-F0D140FDDF3B}" srcOrd="2" destOrd="0" presId="urn:microsoft.com/office/officeart/2018/2/layout/IconCircleList"/>
    <dgm:cxn modelId="{A98EEAEB-0A87-41A2-B9A1-51E62523B0B2}" type="presParOf" srcId="{292C5BDB-1229-47C7-99F6-CF903E096408}" destId="{95B8AC4D-BA95-4929-B588-4AF51CABCF1A}" srcOrd="3" destOrd="0" presId="urn:microsoft.com/office/officeart/2018/2/layout/IconCircleList"/>
    <dgm:cxn modelId="{DF5B630B-93E4-4418-9F51-E4AFC7C40872}" type="presParOf" srcId="{BD6A2CEF-5547-49F7-A1DE-2C0BC2707E4A}" destId="{FBB77AC2-0252-4BD8-9001-03CD2BB799DF}" srcOrd="5" destOrd="0" presId="urn:microsoft.com/office/officeart/2018/2/layout/IconCircleList"/>
    <dgm:cxn modelId="{1328A790-422D-4696-B4F4-9EDB8F9ACE0C}" type="presParOf" srcId="{BD6A2CEF-5547-49F7-A1DE-2C0BC2707E4A}" destId="{EBA8A066-F084-437E-99B2-052D523B29E1}" srcOrd="6" destOrd="0" presId="urn:microsoft.com/office/officeart/2018/2/layout/IconCircleList"/>
    <dgm:cxn modelId="{ABD73CBF-79EE-4CB0-B198-DB2990ED7A82}" type="presParOf" srcId="{EBA8A066-F084-437E-99B2-052D523B29E1}" destId="{B9C7485A-DFAB-4E35-8B39-E5B2365FDB01}" srcOrd="0" destOrd="0" presId="urn:microsoft.com/office/officeart/2018/2/layout/IconCircleList"/>
    <dgm:cxn modelId="{1DD09BEA-06F7-4152-8C06-F5A6CC0630A7}" type="presParOf" srcId="{EBA8A066-F084-437E-99B2-052D523B29E1}" destId="{BFC118D2-EFB0-4C98-811F-9520A1967009}" srcOrd="1" destOrd="0" presId="urn:microsoft.com/office/officeart/2018/2/layout/IconCircleList"/>
    <dgm:cxn modelId="{414DD8D7-8900-4B86-B139-DBBE71A5465A}" type="presParOf" srcId="{EBA8A066-F084-437E-99B2-052D523B29E1}" destId="{2BA3E512-8CAA-4D56-AAF6-3D9C7EB1C893}" srcOrd="2" destOrd="0" presId="urn:microsoft.com/office/officeart/2018/2/layout/IconCircleList"/>
    <dgm:cxn modelId="{276EEB7F-B5EE-4639-BC90-ADFF51DB71F6}" type="presParOf" srcId="{EBA8A066-F084-437E-99B2-052D523B29E1}" destId="{CA5F73B3-945A-4599-ABFD-5361D33832A1}"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93127A4-E4B4-4C12-B040-06B4260A59D6}"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6A2799C-11F6-4643-A02D-AC14908DD3DE}">
      <dgm:prSet/>
      <dgm:spPr/>
      <dgm:t>
        <a:bodyPr/>
        <a:lstStyle/>
        <a:p>
          <a:r>
            <a:rPr lang="en-US"/>
            <a:t>Healthcare: Medical image analysis for diagnosis, drug discovery, personalized treatment plans</a:t>
          </a:r>
        </a:p>
      </dgm:t>
    </dgm:pt>
    <dgm:pt modelId="{DDC33486-51D2-495C-9452-7BDCCE7CA506}" type="parTrans" cxnId="{3BA591F4-F902-4562-B6F6-DAA0A1335700}">
      <dgm:prSet/>
      <dgm:spPr/>
      <dgm:t>
        <a:bodyPr/>
        <a:lstStyle/>
        <a:p>
          <a:endParaRPr lang="en-US"/>
        </a:p>
      </dgm:t>
    </dgm:pt>
    <dgm:pt modelId="{0BBE645E-11B6-486C-A117-28D356BBC7CF}" type="sibTrans" cxnId="{3BA591F4-F902-4562-B6F6-DAA0A1335700}">
      <dgm:prSet/>
      <dgm:spPr/>
      <dgm:t>
        <a:bodyPr/>
        <a:lstStyle/>
        <a:p>
          <a:endParaRPr lang="en-US"/>
        </a:p>
      </dgm:t>
    </dgm:pt>
    <dgm:pt modelId="{C64D6CC2-3840-44BD-92F1-B1401692F2F6}">
      <dgm:prSet/>
      <dgm:spPr/>
      <dgm:t>
        <a:bodyPr/>
        <a:lstStyle/>
        <a:p>
          <a:r>
            <a:rPr lang="en-US"/>
            <a:t>Finance: Fraud detection, algorithmic trading, credit scoring, risk management</a:t>
          </a:r>
        </a:p>
      </dgm:t>
    </dgm:pt>
    <dgm:pt modelId="{636484B9-8F21-4432-A90F-86C21EAC1165}" type="parTrans" cxnId="{75321536-9986-48D1-B4C9-9C7F275A1E85}">
      <dgm:prSet/>
      <dgm:spPr/>
      <dgm:t>
        <a:bodyPr/>
        <a:lstStyle/>
        <a:p>
          <a:endParaRPr lang="en-US"/>
        </a:p>
      </dgm:t>
    </dgm:pt>
    <dgm:pt modelId="{95910C56-3236-4B73-A127-97B33EB77B6C}" type="sibTrans" cxnId="{75321536-9986-48D1-B4C9-9C7F275A1E85}">
      <dgm:prSet/>
      <dgm:spPr/>
      <dgm:t>
        <a:bodyPr/>
        <a:lstStyle/>
        <a:p>
          <a:endParaRPr lang="en-US"/>
        </a:p>
      </dgm:t>
    </dgm:pt>
    <dgm:pt modelId="{247DBC00-D851-4551-B117-0E74DCD6557B}">
      <dgm:prSet/>
      <dgm:spPr/>
      <dgm:t>
        <a:bodyPr/>
        <a:lstStyle/>
        <a:p>
          <a:r>
            <a:rPr lang="en-US"/>
            <a:t>Retail &amp; E-commerce: Recommendation systems, demand forecasting, inventory optimization</a:t>
          </a:r>
        </a:p>
      </dgm:t>
    </dgm:pt>
    <dgm:pt modelId="{68C052EA-1775-43B1-9247-08BEAFE71EA4}" type="parTrans" cxnId="{C82EB08F-DE61-4610-B7DA-5F947146B16B}">
      <dgm:prSet/>
      <dgm:spPr/>
      <dgm:t>
        <a:bodyPr/>
        <a:lstStyle/>
        <a:p>
          <a:endParaRPr lang="en-US"/>
        </a:p>
      </dgm:t>
    </dgm:pt>
    <dgm:pt modelId="{127D35F2-0B12-48B9-8B79-3145064CB644}" type="sibTrans" cxnId="{C82EB08F-DE61-4610-B7DA-5F947146B16B}">
      <dgm:prSet/>
      <dgm:spPr/>
      <dgm:t>
        <a:bodyPr/>
        <a:lstStyle/>
        <a:p>
          <a:endParaRPr lang="en-US"/>
        </a:p>
      </dgm:t>
    </dgm:pt>
    <dgm:pt modelId="{82BA0375-946C-4523-AE47-FB18A003C6E8}">
      <dgm:prSet/>
      <dgm:spPr/>
      <dgm:t>
        <a:bodyPr/>
        <a:lstStyle/>
        <a:p>
          <a:r>
            <a:rPr lang="en-US"/>
            <a:t>Technology: Voice assistants, image recognition, language translation, autonomous systems</a:t>
          </a:r>
        </a:p>
      </dgm:t>
    </dgm:pt>
    <dgm:pt modelId="{940B1875-9515-49AB-BB70-B4241A1594E7}" type="parTrans" cxnId="{9E68AAE3-AC1F-4993-BA5B-321724AAC827}">
      <dgm:prSet/>
      <dgm:spPr/>
      <dgm:t>
        <a:bodyPr/>
        <a:lstStyle/>
        <a:p>
          <a:endParaRPr lang="en-US"/>
        </a:p>
      </dgm:t>
    </dgm:pt>
    <dgm:pt modelId="{408E1C03-A7FE-4728-A185-7E4DFD7B2D50}" type="sibTrans" cxnId="{9E68AAE3-AC1F-4993-BA5B-321724AAC827}">
      <dgm:prSet/>
      <dgm:spPr/>
      <dgm:t>
        <a:bodyPr/>
        <a:lstStyle/>
        <a:p>
          <a:endParaRPr lang="en-US"/>
        </a:p>
      </dgm:t>
    </dgm:pt>
    <dgm:pt modelId="{0356026C-8D70-49F5-BD74-EE8E4EA85689}" type="pres">
      <dgm:prSet presAssocID="{693127A4-E4B4-4C12-B040-06B4260A59D6}" presName="root" presStyleCnt="0">
        <dgm:presLayoutVars>
          <dgm:dir/>
          <dgm:resizeHandles val="exact"/>
        </dgm:presLayoutVars>
      </dgm:prSet>
      <dgm:spPr/>
    </dgm:pt>
    <dgm:pt modelId="{64203D9E-2485-435A-9324-BA7E06617613}" type="pres">
      <dgm:prSet presAssocID="{B6A2799C-11F6-4643-A02D-AC14908DD3DE}" presName="compNode" presStyleCnt="0"/>
      <dgm:spPr/>
    </dgm:pt>
    <dgm:pt modelId="{41AF6C09-7490-469D-A274-6CA0FD99F476}" type="pres">
      <dgm:prSet presAssocID="{B6A2799C-11F6-4643-A02D-AC14908DD3D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056C48FB-16D4-40D9-8197-0E5715FC09C0}" type="pres">
      <dgm:prSet presAssocID="{B6A2799C-11F6-4643-A02D-AC14908DD3DE}" presName="spaceRect" presStyleCnt="0"/>
      <dgm:spPr/>
    </dgm:pt>
    <dgm:pt modelId="{54120F9F-05B6-473E-ADEC-DC829A149A43}" type="pres">
      <dgm:prSet presAssocID="{B6A2799C-11F6-4643-A02D-AC14908DD3DE}" presName="textRect" presStyleLbl="revTx" presStyleIdx="0" presStyleCnt="4">
        <dgm:presLayoutVars>
          <dgm:chMax val="1"/>
          <dgm:chPref val="1"/>
        </dgm:presLayoutVars>
      </dgm:prSet>
      <dgm:spPr/>
    </dgm:pt>
    <dgm:pt modelId="{4C22799F-3B65-4B04-BF94-5AB812E6F828}" type="pres">
      <dgm:prSet presAssocID="{0BBE645E-11B6-486C-A117-28D356BBC7CF}" presName="sibTrans" presStyleCnt="0"/>
      <dgm:spPr/>
    </dgm:pt>
    <dgm:pt modelId="{EA1E7786-4D52-4C2F-9061-436C33758D13}" type="pres">
      <dgm:prSet presAssocID="{C64D6CC2-3840-44BD-92F1-B1401692F2F6}" presName="compNode" presStyleCnt="0"/>
      <dgm:spPr/>
    </dgm:pt>
    <dgm:pt modelId="{F1A26816-B214-4EBD-9C59-42DC1DAC4C2E}" type="pres">
      <dgm:prSet presAssocID="{C64D6CC2-3840-44BD-92F1-B1401692F2F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0DB43D34-4A3E-4A16-8337-203B63B10378}" type="pres">
      <dgm:prSet presAssocID="{C64D6CC2-3840-44BD-92F1-B1401692F2F6}" presName="spaceRect" presStyleCnt="0"/>
      <dgm:spPr/>
    </dgm:pt>
    <dgm:pt modelId="{F521C766-B272-47C5-9414-B9FAED73066C}" type="pres">
      <dgm:prSet presAssocID="{C64D6CC2-3840-44BD-92F1-B1401692F2F6}" presName="textRect" presStyleLbl="revTx" presStyleIdx="1" presStyleCnt="4">
        <dgm:presLayoutVars>
          <dgm:chMax val="1"/>
          <dgm:chPref val="1"/>
        </dgm:presLayoutVars>
      </dgm:prSet>
      <dgm:spPr/>
    </dgm:pt>
    <dgm:pt modelId="{D207CBEF-445C-47C8-88B4-7E37D48EEB59}" type="pres">
      <dgm:prSet presAssocID="{95910C56-3236-4B73-A127-97B33EB77B6C}" presName="sibTrans" presStyleCnt="0"/>
      <dgm:spPr/>
    </dgm:pt>
    <dgm:pt modelId="{21DB9ADC-B63A-4D27-822D-A2679641F94B}" type="pres">
      <dgm:prSet presAssocID="{247DBC00-D851-4551-B117-0E74DCD6557B}" presName="compNode" presStyleCnt="0"/>
      <dgm:spPr/>
    </dgm:pt>
    <dgm:pt modelId="{8838F500-4D82-4451-AB13-CEBF86E529BE}" type="pres">
      <dgm:prSet presAssocID="{247DBC00-D851-4551-B117-0E74DCD6557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DB4F6EB9-B913-41A4-9F86-87C4EB9BF335}" type="pres">
      <dgm:prSet presAssocID="{247DBC00-D851-4551-B117-0E74DCD6557B}" presName="spaceRect" presStyleCnt="0"/>
      <dgm:spPr/>
    </dgm:pt>
    <dgm:pt modelId="{CEA386A3-8E36-46AE-ADFB-B6EE8DE31B62}" type="pres">
      <dgm:prSet presAssocID="{247DBC00-D851-4551-B117-0E74DCD6557B}" presName="textRect" presStyleLbl="revTx" presStyleIdx="2" presStyleCnt="4">
        <dgm:presLayoutVars>
          <dgm:chMax val="1"/>
          <dgm:chPref val="1"/>
        </dgm:presLayoutVars>
      </dgm:prSet>
      <dgm:spPr/>
    </dgm:pt>
    <dgm:pt modelId="{53B8AF6C-5D6D-4379-92AB-2142392197D2}" type="pres">
      <dgm:prSet presAssocID="{127D35F2-0B12-48B9-8B79-3145064CB644}" presName="sibTrans" presStyleCnt="0"/>
      <dgm:spPr/>
    </dgm:pt>
    <dgm:pt modelId="{20F95B42-F4B0-4712-9978-ED954F12ADBD}" type="pres">
      <dgm:prSet presAssocID="{82BA0375-946C-4523-AE47-FB18A003C6E8}" presName="compNode" presStyleCnt="0"/>
      <dgm:spPr/>
    </dgm:pt>
    <dgm:pt modelId="{372BC9AB-A7EA-4FAB-B741-243196501168}" type="pres">
      <dgm:prSet presAssocID="{82BA0375-946C-4523-AE47-FB18A003C6E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eaf"/>
        </a:ext>
      </dgm:extLst>
    </dgm:pt>
    <dgm:pt modelId="{B02204F8-27C6-4375-B769-8DDF42F8B7FE}" type="pres">
      <dgm:prSet presAssocID="{82BA0375-946C-4523-AE47-FB18A003C6E8}" presName="spaceRect" presStyleCnt="0"/>
      <dgm:spPr/>
    </dgm:pt>
    <dgm:pt modelId="{73DD4CFB-8AB8-4677-9B63-E9249A1C91D8}" type="pres">
      <dgm:prSet presAssocID="{82BA0375-946C-4523-AE47-FB18A003C6E8}" presName="textRect" presStyleLbl="revTx" presStyleIdx="3" presStyleCnt="4">
        <dgm:presLayoutVars>
          <dgm:chMax val="1"/>
          <dgm:chPref val="1"/>
        </dgm:presLayoutVars>
      </dgm:prSet>
      <dgm:spPr/>
    </dgm:pt>
  </dgm:ptLst>
  <dgm:cxnLst>
    <dgm:cxn modelId="{4BB9DA16-E9C6-469C-973F-DF4F5CA8A4DA}" type="presOf" srcId="{247DBC00-D851-4551-B117-0E74DCD6557B}" destId="{CEA386A3-8E36-46AE-ADFB-B6EE8DE31B62}" srcOrd="0" destOrd="0" presId="urn:microsoft.com/office/officeart/2018/2/layout/IconLabelList"/>
    <dgm:cxn modelId="{75321536-9986-48D1-B4C9-9C7F275A1E85}" srcId="{693127A4-E4B4-4C12-B040-06B4260A59D6}" destId="{C64D6CC2-3840-44BD-92F1-B1401692F2F6}" srcOrd="1" destOrd="0" parTransId="{636484B9-8F21-4432-A90F-86C21EAC1165}" sibTransId="{95910C56-3236-4B73-A127-97B33EB77B6C}"/>
    <dgm:cxn modelId="{8D2FAA8A-BF28-4719-BFD1-807CB3CC6F92}" type="presOf" srcId="{693127A4-E4B4-4C12-B040-06B4260A59D6}" destId="{0356026C-8D70-49F5-BD74-EE8E4EA85689}" srcOrd="0" destOrd="0" presId="urn:microsoft.com/office/officeart/2018/2/layout/IconLabelList"/>
    <dgm:cxn modelId="{C82EB08F-DE61-4610-B7DA-5F947146B16B}" srcId="{693127A4-E4B4-4C12-B040-06B4260A59D6}" destId="{247DBC00-D851-4551-B117-0E74DCD6557B}" srcOrd="2" destOrd="0" parTransId="{68C052EA-1775-43B1-9247-08BEAFE71EA4}" sibTransId="{127D35F2-0B12-48B9-8B79-3145064CB644}"/>
    <dgm:cxn modelId="{F38209A6-C314-4A65-914C-B1B970EDFDB7}" type="presOf" srcId="{82BA0375-946C-4523-AE47-FB18A003C6E8}" destId="{73DD4CFB-8AB8-4677-9B63-E9249A1C91D8}" srcOrd="0" destOrd="0" presId="urn:microsoft.com/office/officeart/2018/2/layout/IconLabelList"/>
    <dgm:cxn modelId="{EE55E3C2-F00C-4D97-B95C-C2A4E96AF36C}" type="presOf" srcId="{C64D6CC2-3840-44BD-92F1-B1401692F2F6}" destId="{F521C766-B272-47C5-9414-B9FAED73066C}" srcOrd="0" destOrd="0" presId="urn:microsoft.com/office/officeart/2018/2/layout/IconLabelList"/>
    <dgm:cxn modelId="{9E68AAE3-AC1F-4993-BA5B-321724AAC827}" srcId="{693127A4-E4B4-4C12-B040-06B4260A59D6}" destId="{82BA0375-946C-4523-AE47-FB18A003C6E8}" srcOrd="3" destOrd="0" parTransId="{940B1875-9515-49AB-BB70-B4241A1594E7}" sibTransId="{408E1C03-A7FE-4728-A185-7E4DFD7B2D50}"/>
    <dgm:cxn modelId="{3BA591F4-F902-4562-B6F6-DAA0A1335700}" srcId="{693127A4-E4B4-4C12-B040-06B4260A59D6}" destId="{B6A2799C-11F6-4643-A02D-AC14908DD3DE}" srcOrd="0" destOrd="0" parTransId="{DDC33486-51D2-495C-9452-7BDCCE7CA506}" sibTransId="{0BBE645E-11B6-486C-A117-28D356BBC7CF}"/>
    <dgm:cxn modelId="{ADE05FF8-8C74-4BE4-93E1-5105E37FEFE9}" type="presOf" srcId="{B6A2799C-11F6-4643-A02D-AC14908DD3DE}" destId="{54120F9F-05B6-473E-ADEC-DC829A149A43}" srcOrd="0" destOrd="0" presId="urn:microsoft.com/office/officeart/2018/2/layout/IconLabelList"/>
    <dgm:cxn modelId="{139CE65D-DB4D-4CE7-862E-01744DEAAFA7}" type="presParOf" srcId="{0356026C-8D70-49F5-BD74-EE8E4EA85689}" destId="{64203D9E-2485-435A-9324-BA7E06617613}" srcOrd="0" destOrd="0" presId="urn:microsoft.com/office/officeart/2018/2/layout/IconLabelList"/>
    <dgm:cxn modelId="{12EFEABE-97BA-4EC7-BD75-1AB66B9D245A}" type="presParOf" srcId="{64203D9E-2485-435A-9324-BA7E06617613}" destId="{41AF6C09-7490-469D-A274-6CA0FD99F476}" srcOrd="0" destOrd="0" presId="urn:microsoft.com/office/officeart/2018/2/layout/IconLabelList"/>
    <dgm:cxn modelId="{F164EB4B-65E8-43E1-8695-2780ACA8A59E}" type="presParOf" srcId="{64203D9E-2485-435A-9324-BA7E06617613}" destId="{056C48FB-16D4-40D9-8197-0E5715FC09C0}" srcOrd="1" destOrd="0" presId="urn:microsoft.com/office/officeart/2018/2/layout/IconLabelList"/>
    <dgm:cxn modelId="{13F7F36F-EEE4-407C-9113-7841C9D57AB4}" type="presParOf" srcId="{64203D9E-2485-435A-9324-BA7E06617613}" destId="{54120F9F-05B6-473E-ADEC-DC829A149A43}" srcOrd="2" destOrd="0" presId="urn:microsoft.com/office/officeart/2018/2/layout/IconLabelList"/>
    <dgm:cxn modelId="{4DCDE687-9EE9-4356-81E8-A46F51E54CC9}" type="presParOf" srcId="{0356026C-8D70-49F5-BD74-EE8E4EA85689}" destId="{4C22799F-3B65-4B04-BF94-5AB812E6F828}" srcOrd="1" destOrd="0" presId="urn:microsoft.com/office/officeart/2018/2/layout/IconLabelList"/>
    <dgm:cxn modelId="{190D010D-A383-432C-A0BC-5B2DEFE479C2}" type="presParOf" srcId="{0356026C-8D70-49F5-BD74-EE8E4EA85689}" destId="{EA1E7786-4D52-4C2F-9061-436C33758D13}" srcOrd="2" destOrd="0" presId="urn:microsoft.com/office/officeart/2018/2/layout/IconLabelList"/>
    <dgm:cxn modelId="{5E9AA6E6-CA70-4B57-971C-096830E8DF04}" type="presParOf" srcId="{EA1E7786-4D52-4C2F-9061-436C33758D13}" destId="{F1A26816-B214-4EBD-9C59-42DC1DAC4C2E}" srcOrd="0" destOrd="0" presId="urn:microsoft.com/office/officeart/2018/2/layout/IconLabelList"/>
    <dgm:cxn modelId="{CB628936-D52F-4348-8D02-1B043C08AEF5}" type="presParOf" srcId="{EA1E7786-4D52-4C2F-9061-436C33758D13}" destId="{0DB43D34-4A3E-4A16-8337-203B63B10378}" srcOrd="1" destOrd="0" presId="urn:microsoft.com/office/officeart/2018/2/layout/IconLabelList"/>
    <dgm:cxn modelId="{0A8286C5-326A-481F-8BF3-CFF60F8E5065}" type="presParOf" srcId="{EA1E7786-4D52-4C2F-9061-436C33758D13}" destId="{F521C766-B272-47C5-9414-B9FAED73066C}" srcOrd="2" destOrd="0" presId="urn:microsoft.com/office/officeart/2018/2/layout/IconLabelList"/>
    <dgm:cxn modelId="{C09D8DC7-FAF6-496D-BF4E-55020F338EA5}" type="presParOf" srcId="{0356026C-8D70-49F5-BD74-EE8E4EA85689}" destId="{D207CBEF-445C-47C8-88B4-7E37D48EEB59}" srcOrd="3" destOrd="0" presId="urn:microsoft.com/office/officeart/2018/2/layout/IconLabelList"/>
    <dgm:cxn modelId="{783D6ED6-4FAB-4719-975A-BFAB4E433E67}" type="presParOf" srcId="{0356026C-8D70-49F5-BD74-EE8E4EA85689}" destId="{21DB9ADC-B63A-4D27-822D-A2679641F94B}" srcOrd="4" destOrd="0" presId="urn:microsoft.com/office/officeart/2018/2/layout/IconLabelList"/>
    <dgm:cxn modelId="{D9C29506-64D8-48F9-96B0-E00C8647A8FA}" type="presParOf" srcId="{21DB9ADC-B63A-4D27-822D-A2679641F94B}" destId="{8838F500-4D82-4451-AB13-CEBF86E529BE}" srcOrd="0" destOrd="0" presId="urn:microsoft.com/office/officeart/2018/2/layout/IconLabelList"/>
    <dgm:cxn modelId="{7335294C-D075-4E96-86AB-62987D0F7A9E}" type="presParOf" srcId="{21DB9ADC-B63A-4D27-822D-A2679641F94B}" destId="{DB4F6EB9-B913-41A4-9F86-87C4EB9BF335}" srcOrd="1" destOrd="0" presId="urn:microsoft.com/office/officeart/2018/2/layout/IconLabelList"/>
    <dgm:cxn modelId="{A417929A-C43B-4E91-B49F-38A843DDEF3D}" type="presParOf" srcId="{21DB9ADC-B63A-4D27-822D-A2679641F94B}" destId="{CEA386A3-8E36-46AE-ADFB-B6EE8DE31B62}" srcOrd="2" destOrd="0" presId="urn:microsoft.com/office/officeart/2018/2/layout/IconLabelList"/>
    <dgm:cxn modelId="{8D9120A8-05FC-4789-8720-163611BC74C7}" type="presParOf" srcId="{0356026C-8D70-49F5-BD74-EE8E4EA85689}" destId="{53B8AF6C-5D6D-4379-92AB-2142392197D2}" srcOrd="5" destOrd="0" presId="urn:microsoft.com/office/officeart/2018/2/layout/IconLabelList"/>
    <dgm:cxn modelId="{EEF2DAA2-3BCE-4C43-9D74-49A907DBCA8E}" type="presParOf" srcId="{0356026C-8D70-49F5-BD74-EE8E4EA85689}" destId="{20F95B42-F4B0-4712-9978-ED954F12ADBD}" srcOrd="6" destOrd="0" presId="urn:microsoft.com/office/officeart/2018/2/layout/IconLabelList"/>
    <dgm:cxn modelId="{2C920341-A3BF-43BD-AE99-2831E30C601A}" type="presParOf" srcId="{20F95B42-F4B0-4712-9978-ED954F12ADBD}" destId="{372BC9AB-A7EA-4FAB-B741-243196501168}" srcOrd="0" destOrd="0" presId="urn:microsoft.com/office/officeart/2018/2/layout/IconLabelList"/>
    <dgm:cxn modelId="{E934192B-0615-4021-857C-EC0A64F91FCD}" type="presParOf" srcId="{20F95B42-F4B0-4712-9978-ED954F12ADBD}" destId="{B02204F8-27C6-4375-B769-8DDF42F8B7FE}" srcOrd="1" destOrd="0" presId="urn:microsoft.com/office/officeart/2018/2/layout/IconLabelList"/>
    <dgm:cxn modelId="{AA70C3D0-62A0-4187-803D-B1A3B7147C28}" type="presParOf" srcId="{20F95B42-F4B0-4712-9978-ED954F12ADBD}" destId="{73DD4CFB-8AB8-4677-9B63-E9249A1C91D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9A9CE59-D189-4D30-BB49-42B4360A3C3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2568C00-1408-4B81-A358-0082273ED532}">
      <dgm:prSet/>
      <dgm:spPr/>
      <dgm:t>
        <a:bodyPr/>
        <a:lstStyle/>
        <a:p>
          <a:r>
            <a:rPr lang="en-US"/>
            <a:t>Machine Learning enables computers to learn from data without explicit programming</a:t>
          </a:r>
        </a:p>
      </dgm:t>
    </dgm:pt>
    <dgm:pt modelId="{7E250F33-6AE5-4710-ABDC-EC72A3370D35}" type="parTrans" cxnId="{EE2BA8FA-E9B8-4CC2-9C1B-72175BE41CE2}">
      <dgm:prSet/>
      <dgm:spPr/>
      <dgm:t>
        <a:bodyPr/>
        <a:lstStyle/>
        <a:p>
          <a:endParaRPr lang="en-US"/>
        </a:p>
      </dgm:t>
    </dgm:pt>
    <dgm:pt modelId="{DC61D4B5-B698-4136-926F-B1938D3093E4}" type="sibTrans" cxnId="{EE2BA8FA-E9B8-4CC2-9C1B-72175BE41CE2}">
      <dgm:prSet/>
      <dgm:spPr/>
      <dgm:t>
        <a:bodyPr/>
        <a:lstStyle/>
        <a:p>
          <a:endParaRPr lang="en-US"/>
        </a:p>
      </dgm:t>
    </dgm:pt>
    <dgm:pt modelId="{CF8D301C-9315-4CE0-A308-3B4AAAC2C1AB}">
      <dgm:prSet/>
      <dgm:spPr/>
      <dgm:t>
        <a:bodyPr/>
        <a:lstStyle/>
        <a:p>
          <a:r>
            <a:rPr lang="en-US"/>
            <a:t>Three main paradigms: Supervised (labeled data), Unsupervised (unlabeled data), Reinforcement (interactive feedback)</a:t>
          </a:r>
        </a:p>
      </dgm:t>
    </dgm:pt>
    <dgm:pt modelId="{E5942B6E-DC91-4345-9F90-8A13289633ED}" type="parTrans" cxnId="{7738606D-5794-4F10-9046-0AD25915F1DA}">
      <dgm:prSet/>
      <dgm:spPr/>
      <dgm:t>
        <a:bodyPr/>
        <a:lstStyle/>
        <a:p>
          <a:endParaRPr lang="en-US"/>
        </a:p>
      </dgm:t>
    </dgm:pt>
    <dgm:pt modelId="{4966A478-4E2D-491C-81BC-EBACB6943356}" type="sibTrans" cxnId="{7738606D-5794-4F10-9046-0AD25915F1DA}">
      <dgm:prSet/>
      <dgm:spPr/>
      <dgm:t>
        <a:bodyPr/>
        <a:lstStyle/>
        <a:p>
          <a:endParaRPr lang="en-US"/>
        </a:p>
      </dgm:t>
    </dgm:pt>
    <dgm:pt modelId="{A46FC37C-65EE-4F0B-90C0-69B54B64820D}">
      <dgm:prSet/>
      <dgm:spPr/>
      <dgm:t>
        <a:bodyPr/>
        <a:lstStyle/>
        <a:p>
          <a:r>
            <a:rPr lang="en-US"/>
            <a:t>Success depends on quality data, relevant features, proper model validation, and avoiding overfitting</a:t>
          </a:r>
        </a:p>
      </dgm:t>
    </dgm:pt>
    <dgm:pt modelId="{BB40CF2C-2CF7-4CFC-9589-3C7093CF990B}" type="parTrans" cxnId="{7B180F00-C39A-450F-9ADC-1BD2DB36C244}">
      <dgm:prSet/>
      <dgm:spPr/>
      <dgm:t>
        <a:bodyPr/>
        <a:lstStyle/>
        <a:p>
          <a:endParaRPr lang="en-US"/>
        </a:p>
      </dgm:t>
    </dgm:pt>
    <dgm:pt modelId="{D3B3AD70-BFF4-4ED0-9C5D-A24BC22C4281}" type="sibTrans" cxnId="{7B180F00-C39A-450F-9ADC-1BD2DB36C244}">
      <dgm:prSet/>
      <dgm:spPr/>
      <dgm:t>
        <a:bodyPr/>
        <a:lstStyle/>
        <a:p>
          <a:endParaRPr lang="en-US"/>
        </a:p>
      </dgm:t>
    </dgm:pt>
    <dgm:pt modelId="{8E7F7C1A-0851-43F3-B188-9C1142093F52}">
      <dgm:prSet/>
      <dgm:spPr/>
      <dgm:t>
        <a:bodyPr/>
        <a:lstStyle/>
        <a:p>
          <a:r>
            <a:rPr lang="en-US"/>
            <a:t>Frameworks like TensorFlow, PyTorch, and scikit-learn provide essential tools for implementation</a:t>
          </a:r>
        </a:p>
      </dgm:t>
    </dgm:pt>
    <dgm:pt modelId="{831516D4-C5A6-41AC-87BD-86C20493D521}" type="parTrans" cxnId="{B2D48775-98F0-4901-9FAB-FD634566FFCA}">
      <dgm:prSet/>
      <dgm:spPr/>
      <dgm:t>
        <a:bodyPr/>
        <a:lstStyle/>
        <a:p>
          <a:endParaRPr lang="en-US"/>
        </a:p>
      </dgm:t>
    </dgm:pt>
    <dgm:pt modelId="{35386D34-7F68-42A4-8224-AFFFA387EA58}" type="sibTrans" cxnId="{B2D48775-98F0-4901-9FAB-FD634566FFCA}">
      <dgm:prSet/>
      <dgm:spPr/>
      <dgm:t>
        <a:bodyPr/>
        <a:lstStyle/>
        <a:p>
          <a:endParaRPr lang="en-US"/>
        </a:p>
      </dgm:t>
    </dgm:pt>
    <dgm:pt modelId="{0D6F99DB-0D84-4178-BC12-9F73FB76A439}">
      <dgm:prSet/>
      <dgm:spPr/>
      <dgm:t>
        <a:bodyPr/>
        <a:lstStyle/>
        <a:p>
          <a:r>
            <a:rPr lang="en-US"/>
            <a:t>ML is a foundational technology driving transformation across virtually all industries</a:t>
          </a:r>
        </a:p>
      </dgm:t>
    </dgm:pt>
    <dgm:pt modelId="{7FC689D4-758A-413A-B99B-DBA011CCDC4F}" type="parTrans" cxnId="{2CB5C87A-F623-47B0-85D2-25556FE169F9}">
      <dgm:prSet/>
      <dgm:spPr/>
      <dgm:t>
        <a:bodyPr/>
        <a:lstStyle/>
        <a:p>
          <a:endParaRPr lang="en-US"/>
        </a:p>
      </dgm:t>
    </dgm:pt>
    <dgm:pt modelId="{54E315EC-09BF-46E3-A9AF-8F5053201F3D}" type="sibTrans" cxnId="{2CB5C87A-F623-47B0-85D2-25556FE169F9}">
      <dgm:prSet/>
      <dgm:spPr/>
      <dgm:t>
        <a:bodyPr/>
        <a:lstStyle/>
        <a:p>
          <a:endParaRPr lang="en-US"/>
        </a:p>
      </dgm:t>
    </dgm:pt>
    <dgm:pt modelId="{1119B5EB-CD35-4570-AD35-7910F307D856}" type="pres">
      <dgm:prSet presAssocID="{69A9CE59-D189-4D30-BB49-42B4360A3C3D}" presName="root" presStyleCnt="0">
        <dgm:presLayoutVars>
          <dgm:dir/>
          <dgm:resizeHandles val="exact"/>
        </dgm:presLayoutVars>
      </dgm:prSet>
      <dgm:spPr/>
    </dgm:pt>
    <dgm:pt modelId="{1ED6FE3F-ABBB-4B56-A41F-B3433F1DF812}" type="pres">
      <dgm:prSet presAssocID="{12568C00-1408-4B81-A358-0082273ED532}" presName="compNode" presStyleCnt="0"/>
      <dgm:spPr/>
    </dgm:pt>
    <dgm:pt modelId="{1F12E02C-95BC-4502-AFF0-9245DE86763B}" type="pres">
      <dgm:prSet presAssocID="{12568C00-1408-4B81-A358-0082273ED532}" presName="bgRect" presStyleLbl="bgShp" presStyleIdx="0" presStyleCnt="5"/>
      <dgm:spPr/>
    </dgm:pt>
    <dgm:pt modelId="{0BAC1AE3-C140-40C0-B655-5FB88F1CB985}" type="pres">
      <dgm:prSet presAssocID="{12568C00-1408-4B81-A358-0082273ED53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6D707810-10B6-4D61-8487-66033D16885D}" type="pres">
      <dgm:prSet presAssocID="{12568C00-1408-4B81-A358-0082273ED532}" presName="spaceRect" presStyleCnt="0"/>
      <dgm:spPr/>
    </dgm:pt>
    <dgm:pt modelId="{9B51A793-B181-4C03-A9F4-5B8FCB420928}" type="pres">
      <dgm:prSet presAssocID="{12568C00-1408-4B81-A358-0082273ED532}" presName="parTx" presStyleLbl="revTx" presStyleIdx="0" presStyleCnt="5">
        <dgm:presLayoutVars>
          <dgm:chMax val="0"/>
          <dgm:chPref val="0"/>
        </dgm:presLayoutVars>
      </dgm:prSet>
      <dgm:spPr/>
    </dgm:pt>
    <dgm:pt modelId="{A831089D-3057-4494-BB28-619E87B993F9}" type="pres">
      <dgm:prSet presAssocID="{DC61D4B5-B698-4136-926F-B1938D3093E4}" presName="sibTrans" presStyleCnt="0"/>
      <dgm:spPr/>
    </dgm:pt>
    <dgm:pt modelId="{29204474-421A-47EC-A274-CF0C4DA4FD6B}" type="pres">
      <dgm:prSet presAssocID="{CF8D301C-9315-4CE0-A308-3B4AAAC2C1AB}" presName="compNode" presStyleCnt="0"/>
      <dgm:spPr/>
    </dgm:pt>
    <dgm:pt modelId="{98B9A957-AFD9-47C0-AAFB-CB6F3C8A8850}" type="pres">
      <dgm:prSet presAssocID="{CF8D301C-9315-4CE0-A308-3B4AAAC2C1AB}" presName="bgRect" presStyleLbl="bgShp" presStyleIdx="1" presStyleCnt="5"/>
      <dgm:spPr/>
    </dgm:pt>
    <dgm:pt modelId="{D71C02B2-49EA-4BC5-80CC-9C5ECCD43E05}" type="pres">
      <dgm:prSet presAssocID="{CF8D301C-9315-4CE0-A308-3B4AAAC2C1A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D976E360-99C2-4057-AB34-C71D49A77D38}" type="pres">
      <dgm:prSet presAssocID="{CF8D301C-9315-4CE0-A308-3B4AAAC2C1AB}" presName="spaceRect" presStyleCnt="0"/>
      <dgm:spPr/>
    </dgm:pt>
    <dgm:pt modelId="{EE8DE589-A9A4-4BC5-86A5-C4FE688AE157}" type="pres">
      <dgm:prSet presAssocID="{CF8D301C-9315-4CE0-A308-3B4AAAC2C1AB}" presName="parTx" presStyleLbl="revTx" presStyleIdx="1" presStyleCnt="5">
        <dgm:presLayoutVars>
          <dgm:chMax val="0"/>
          <dgm:chPref val="0"/>
        </dgm:presLayoutVars>
      </dgm:prSet>
      <dgm:spPr/>
    </dgm:pt>
    <dgm:pt modelId="{F9710650-FE39-4A0A-BE60-7E90BDDF46B8}" type="pres">
      <dgm:prSet presAssocID="{4966A478-4E2D-491C-81BC-EBACB6943356}" presName="sibTrans" presStyleCnt="0"/>
      <dgm:spPr/>
    </dgm:pt>
    <dgm:pt modelId="{2AE96A99-266D-4BC3-A704-C27BF5521510}" type="pres">
      <dgm:prSet presAssocID="{A46FC37C-65EE-4F0B-90C0-69B54B64820D}" presName="compNode" presStyleCnt="0"/>
      <dgm:spPr/>
    </dgm:pt>
    <dgm:pt modelId="{BC295561-DD31-4C79-9B5B-A6857422C48E}" type="pres">
      <dgm:prSet presAssocID="{A46FC37C-65EE-4F0B-90C0-69B54B64820D}" presName="bgRect" presStyleLbl="bgShp" presStyleIdx="2" presStyleCnt="5"/>
      <dgm:spPr/>
    </dgm:pt>
    <dgm:pt modelId="{7268A238-94A0-40EE-A8E8-60DEF0911193}" type="pres">
      <dgm:prSet presAssocID="{A46FC37C-65EE-4F0B-90C0-69B54B64820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dioactive Sign"/>
        </a:ext>
      </dgm:extLst>
    </dgm:pt>
    <dgm:pt modelId="{7C9089DC-1FC8-4081-8117-2303830ED8AD}" type="pres">
      <dgm:prSet presAssocID="{A46FC37C-65EE-4F0B-90C0-69B54B64820D}" presName="spaceRect" presStyleCnt="0"/>
      <dgm:spPr/>
    </dgm:pt>
    <dgm:pt modelId="{36CA28FF-1A74-41DA-A6C1-0BD685AC411D}" type="pres">
      <dgm:prSet presAssocID="{A46FC37C-65EE-4F0B-90C0-69B54B64820D}" presName="parTx" presStyleLbl="revTx" presStyleIdx="2" presStyleCnt="5">
        <dgm:presLayoutVars>
          <dgm:chMax val="0"/>
          <dgm:chPref val="0"/>
        </dgm:presLayoutVars>
      </dgm:prSet>
      <dgm:spPr/>
    </dgm:pt>
    <dgm:pt modelId="{4CA49368-68CB-489D-8101-FDBB6EB32A89}" type="pres">
      <dgm:prSet presAssocID="{D3B3AD70-BFF4-4ED0-9C5D-A24BC22C4281}" presName="sibTrans" presStyleCnt="0"/>
      <dgm:spPr/>
    </dgm:pt>
    <dgm:pt modelId="{477DEFDC-3B72-4AB6-9065-655C8FDD93A3}" type="pres">
      <dgm:prSet presAssocID="{8E7F7C1A-0851-43F3-B188-9C1142093F52}" presName="compNode" presStyleCnt="0"/>
      <dgm:spPr/>
    </dgm:pt>
    <dgm:pt modelId="{81994CA2-F62C-4916-BAE3-AC8894922CB5}" type="pres">
      <dgm:prSet presAssocID="{8E7F7C1A-0851-43F3-B188-9C1142093F52}" presName="bgRect" presStyleLbl="bgShp" presStyleIdx="3" presStyleCnt="5"/>
      <dgm:spPr/>
    </dgm:pt>
    <dgm:pt modelId="{0336A6AF-814B-4753-B6AA-1B842E835FC0}" type="pres">
      <dgm:prSet presAssocID="{8E7F7C1A-0851-43F3-B188-9C1142093F5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4856ACAF-A573-463C-9B32-EC07CEC6AC44}" type="pres">
      <dgm:prSet presAssocID="{8E7F7C1A-0851-43F3-B188-9C1142093F52}" presName="spaceRect" presStyleCnt="0"/>
      <dgm:spPr/>
    </dgm:pt>
    <dgm:pt modelId="{60DAB24B-5935-4A27-BC66-2C33B6027DD6}" type="pres">
      <dgm:prSet presAssocID="{8E7F7C1A-0851-43F3-B188-9C1142093F52}" presName="parTx" presStyleLbl="revTx" presStyleIdx="3" presStyleCnt="5">
        <dgm:presLayoutVars>
          <dgm:chMax val="0"/>
          <dgm:chPref val="0"/>
        </dgm:presLayoutVars>
      </dgm:prSet>
      <dgm:spPr/>
    </dgm:pt>
    <dgm:pt modelId="{B3C41B8C-C80B-470A-966D-67EA189F7018}" type="pres">
      <dgm:prSet presAssocID="{35386D34-7F68-42A4-8224-AFFFA387EA58}" presName="sibTrans" presStyleCnt="0"/>
      <dgm:spPr/>
    </dgm:pt>
    <dgm:pt modelId="{BAC14FAA-5BDD-42E6-A8A5-FDFA0429BA1E}" type="pres">
      <dgm:prSet presAssocID="{0D6F99DB-0D84-4178-BC12-9F73FB76A439}" presName="compNode" presStyleCnt="0"/>
      <dgm:spPr/>
    </dgm:pt>
    <dgm:pt modelId="{896EB5FC-540A-4212-B147-3A9B077FE1B3}" type="pres">
      <dgm:prSet presAssocID="{0D6F99DB-0D84-4178-BC12-9F73FB76A439}" presName="bgRect" presStyleLbl="bgShp" presStyleIdx="4" presStyleCnt="5"/>
      <dgm:spPr/>
    </dgm:pt>
    <dgm:pt modelId="{2E0C47F2-EBBF-46DF-B0FB-EEAB4C740367}" type="pres">
      <dgm:prSet presAssocID="{0D6F99DB-0D84-4178-BC12-9F73FB76A43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ears"/>
        </a:ext>
      </dgm:extLst>
    </dgm:pt>
    <dgm:pt modelId="{A7995BD2-2458-44AE-A7A8-F71215B4F235}" type="pres">
      <dgm:prSet presAssocID="{0D6F99DB-0D84-4178-BC12-9F73FB76A439}" presName="spaceRect" presStyleCnt="0"/>
      <dgm:spPr/>
    </dgm:pt>
    <dgm:pt modelId="{87105FB3-CC18-45E2-9822-A3070318E616}" type="pres">
      <dgm:prSet presAssocID="{0D6F99DB-0D84-4178-BC12-9F73FB76A439}" presName="parTx" presStyleLbl="revTx" presStyleIdx="4" presStyleCnt="5">
        <dgm:presLayoutVars>
          <dgm:chMax val="0"/>
          <dgm:chPref val="0"/>
        </dgm:presLayoutVars>
      </dgm:prSet>
      <dgm:spPr/>
    </dgm:pt>
  </dgm:ptLst>
  <dgm:cxnLst>
    <dgm:cxn modelId="{7B180F00-C39A-450F-9ADC-1BD2DB36C244}" srcId="{69A9CE59-D189-4D30-BB49-42B4360A3C3D}" destId="{A46FC37C-65EE-4F0B-90C0-69B54B64820D}" srcOrd="2" destOrd="0" parTransId="{BB40CF2C-2CF7-4CFC-9589-3C7093CF990B}" sibTransId="{D3B3AD70-BFF4-4ED0-9C5D-A24BC22C4281}"/>
    <dgm:cxn modelId="{498C863E-2114-4932-8356-9A00BD831E0E}" type="presOf" srcId="{A46FC37C-65EE-4F0B-90C0-69B54B64820D}" destId="{36CA28FF-1A74-41DA-A6C1-0BD685AC411D}" srcOrd="0" destOrd="0" presId="urn:microsoft.com/office/officeart/2018/2/layout/IconVerticalSolidList"/>
    <dgm:cxn modelId="{7738606D-5794-4F10-9046-0AD25915F1DA}" srcId="{69A9CE59-D189-4D30-BB49-42B4360A3C3D}" destId="{CF8D301C-9315-4CE0-A308-3B4AAAC2C1AB}" srcOrd="1" destOrd="0" parTransId="{E5942B6E-DC91-4345-9F90-8A13289633ED}" sibTransId="{4966A478-4E2D-491C-81BC-EBACB6943356}"/>
    <dgm:cxn modelId="{B2D48775-98F0-4901-9FAB-FD634566FFCA}" srcId="{69A9CE59-D189-4D30-BB49-42B4360A3C3D}" destId="{8E7F7C1A-0851-43F3-B188-9C1142093F52}" srcOrd="3" destOrd="0" parTransId="{831516D4-C5A6-41AC-87BD-86C20493D521}" sibTransId="{35386D34-7F68-42A4-8224-AFFFA387EA58}"/>
    <dgm:cxn modelId="{2CB5C87A-F623-47B0-85D2-25556FE169F9}" srcId="{69A9CE59-D189-4D30-BB49-42B4360A3C3D}" destId="{0D6F99DB-0D84-4178-BC12-9F73FB76A439}" srcOrd="4" destOrd="0" parTransId="{7FC689D4-758A-413A-B99B-DBA011CCDC4F}" sibTransId="{54E315EC-09BF-46E3-A9AF-8F5053201F3D}"/>
    <dgm:cxn modelId="{5F147A99-52CD-4F1D-AD6D-45DC33EA9FA3}" type="presOf" srcId="{0D6F99DB-0D84-4178-BC12-9F73FB76A439}" destId="{87105FB3-CC18-45E2-9822-A3070318E616}" srcOrd="0" destOrd="0" presId="urn:microsoft.com/office/officeart/2018/2/layout/IconVerticalSolidList"/>
    <dgm:cxn modelId="{A15959C1-A5B0-43F1-8A93-DC62505A85A8}" type="presOf" srcId="{69A9CE59-D189-4D30-BB49-42B4360A3C3D}" destId="{1119B5EB-CD35-4570-AD35-7910F307D856}" srcOrd="0" destOrd="0" presId="urn:microsoft.com/office/officeart/2018/2/layout/IconVerticalSolidList"/>
    <dgm:cxn modelId="{950A71F6-A752-41CE-91E3-FBE80A644BE8}" type="presOf" srcId="{CF8D301C-9315-4CE0-A308-3B4AAAC2C1AB}" destId="{EE8DE589-A9A4-4BC5-86A5-C4FE688AE157}" srcOrd="0" destOrd="0" presId="urn:microsoft.com/office/officeart/2018/2/layout/IconVerticalSolidList"/>
    <dgm:cxn modelId="{EE2BA8FA-E9B8-4CC2-9C1B-72175BE41CE2}" srcId="{69A9CE59-D189-4D30-BB49-42B4360A3C3D}" destId="{12568C00-1408-4B81-A358-0082273ED532}" srcOrd="0" destOrd="0" parTransId="{7E250F33-6AE5-4710-ABDC-EC72A3370D35}" sibTransId="{DC61D4B5-B698-4136-926F-B1938D3093E4}"/>
    <dgm:cxn modelId="{F7C0D3FA-7C60-43EB-9760-51111586C080}" type="presOf" srcId="{8E7F7C1A-0851-43F3-B188-9C1142093F52}" destId="{60DAB24B-5935-4A27-BC66-2C33B6027DD6}" srcOrd="0" destOrd="0" presId="urn:microsoft.com/office/officeart/2018/2/layout/IconVerticalSolidList"/>
    <dgm:cxn modelId="{5F530CFE-5512-42CB-AAED-D96711EAE701}" type="presOf" srcId="{12568C00-1408-4B81-A358-0082273ED532}" destId="{9B51A793-B181-4C03-A9F4-5B8FCB420928}" srcOrd="0" destOrd="0" presId="urn:microsoft.com/office/officeart/2018/2/layout/IconVerticalSolidList"/>
    <dgm:cxn modelId="{250AF8BB-CF84-4992-8551-29886B1D2122}" type="presParOf" srcId="{1119B5EB-CD35-4570-AD35-7910F307D856}" destId="{1ED6FE3F-ABBB-4B56-A41F-B3433F1DF812}" srcOrd="0" destOrd="0" presId="urn:microsoft.com/office/officeart/2018/2/layout/IconVerticalSolidList"/>
    <dgm:cxn modelId="{08CFE752-AE81-407E-A2CB-217B9D083033}" type="presParOf" srcId="{1ED6FE3F-ABBB-4B56-A41F-B3433F1DF812}" destId="{1F12E02C-95BC-4502-AFF0-9245DE86763B}" srcOrd="0" destOrd="0" presId="urn:microsoft.com/office/officeart/2018/2/layout/IconVerticalSolidList"/>
    <dgm:cxn modelId="{D3C0F7EC-A490-4C09-833F-2B6FAB1B6842}" type="presParOf" srcId="{1ED6FE3F-ABBB-4B56-A41F-B3433F1DF812}" destId="{0BAC1AE3-C140-40C0-B655-5FB88F1CB985}" srcOrd="1" destOrd="0" presId="urn:microsoft.com/office/officeart/2018/2/layout/IconVerticalSolidList"/>
    <dgm:cxn modelId="{A4A26553-96D7-4B69-945B-0E49A81E4B06}" type="presParOf" srcId="{1ED6FE3F-ABBB-4B56-A41F-B3433F1DF812}" destId="{6D707810-10B6-4D61-8487-66033D16885D}" srcOrd="2" destOrd="0" presId="urn:microsoft.com/office/officeart/2018/2/layout/IconVerticalSolidList"/>
    <dgm:cxn modelId="{666AAB7A-FA30-45EF-9A95-D713663613B4}" type="presParOf" srcId="{1ED6FE3F-ABBB-4B56-A41F-B3433F1DF812}" destId="{9B51A793-B181-4C03-A9F4-5B8FCB420928}" srcOrd="3" destOrd="0" presId="urn:microsoft.com/office/officeart/2018/2/layout/IconVerticalSolidList"/>
    <dgm:cxn modelId="{7795CE50-657E-4BF5-985E-8277345513B9}" type="presParOf" srcId="{1119B5EB-CD35-4570-AD35-7910F307D856}" destId="{A831089D-3057-4494-BB28-619E87B993F9}" srcOrd="1" destOrd="0" presId="urn:microsoft.com/office/officeart/2018/2/layout/IconVerticalSolidList"/>
    <dgm:cxn modelId="{2C8EF8DC-84BF-47BE-B700-E00293F0E8FE}" type="presParOf" srcId="{1119B5EB-CD35-4570-AD35-7910F307D856}" destId="{29204474-421A-47EC-A274-CF0C4DA4FD6B}" srcOrd="2" destOrd="0" presId="urn:microsoft.com/office/officeart/2018/2/layout/IconVerticalSolidList"/>
    <dgm:cxn modelId="{3698FA4E-2BE8-4DC6-AF89-849717FC12CC}" type="presParOf" srcId="{29204474-421A-47EC-A274-CF0C4DA4FD6B}" destId="{98B9A957-AFD9-47C0-AAFB-CB6F3C8A8850}" srcOrd="0" destOrd="0" presId="urn:microsoft.com/office/officeart/2018/2/layout/IconVerticalSolidList"/>
    <dgm:cxn modelId="{6DA416E0-3DE4-4A5E-B0E4-091F63094625}" type="presParOf" srcId="{29204474-421A-47EC-A274-CF0C4DA4FD6B}" destId="{D71C02B2-49EA-4BC5-80CC-9C5ECCD43E05}" srcOrd="1" destOrd="0" presId="urn:microsoft.com/office/officeart/2018/2/layout/IconVerticalSolidList"/>
    <dgm:cxn modelId="{9ABC67FD-4C79-4209-B72B-5D865E6E6C0D}" type="presParOf" srcId="{29204474-421A-47EC-A274-CF0C4DA4FD6B}" destId="{D976E360-99C2-4057-AB34-C71D49A77D38}" srcOrd="2" destOrd="0" presId="urn:microsoft.com/office/officeart/2018/2/layout/IconVerticalSolidList"/>
    <dgm:cxn modelId="{BD4FABE7-8241-4204-A9B4-8D25FB63F2BC}" type="presParOf" srcId="{29204474-421A-47EC-A274-CF0C4DA4FD6B}" destId="{EE8DE589-A9A4-4BC5-86A5-C4FE688AE157}" srcOrd="3" destOrd="0" presId="urn:microsoft.com/office/officeart/2018/2/layout/IconVerticalSolidList"/>
    <dgm:cxn modelId="{1A764DE2-228F-4EE4-9620-43219BE5E7C9}" type="presParOf" srcId="{1119B5EB-CD35-4570-AD35-7910F307D856}" destId="{F9710650-FE39-4A0A-BE60-7E90BDDF46B8}" srcOrd="3" destOrd="0" presId="urn:microsoft.com/office/officeart/2018/2/layout/IconVerticalSolidList"/>
    <dgm:cxn modelId="{AF6B5126-3854-4579-BC6B-361658A26B74}" type="presParOf" srcId="{1119B5EB-CD35-4570-AD35-7910F307D856}" destId="{2AE96A99-266D-4BC3-A704-C27BF5521510}" srcOrd="4" destOrd="0" presId="urn:microsoft.com/office/officeart/2018/2/layout/IconVerticalSolidList"/>
    <dgm:cxn modelId="{0935250D-64EC-4344-AC59-FACD1AF818A0}" type="presParOf" srcId="{2AE96A99-266D-4BC3-A704-C27BF5521510}" destId="{BC295561-DD31-4C79-9B5B-A6857422C48E}" srcOrd="0" destOrd="0" presId="urn:microsoft.com/office/officeart/2018/2/layout/IconVerticalSolidList"/>
    <dgm:cxn modelId="{8B5F622F-8281-4B98-B2E0-3CA963BA12FA}" type="presParOf" srcId="{2AE96A99-266D-4BC3-A704-C27BF5521510}" destId="{7268A238-94A0-40EE-A8E8-60DEF0911193}" srcOrd="1" destOrd="0" presId="urn:microsoft.com/office/officeart/2018/2/layout/IconVerticalSolidList"/>
    <dgm:cxn modelId="{D2D350D3-B657-410E-B68E-AD2B685FD5EE}" type="presParOf" srcId="{2AE96A99-266D-4BC3-A704-C27BF5521510}" destId="{7C9089DC-1FC8-4081-8117-2303830ED8AD}" srcOrd="2" destOrd="0" presId="urn:microsoft.com/office/officeart/2018/2/layout/IconVerticalSolidList"/>
    <dgm:cxn modelId="{A4D0691F-4CBE-41A9-8C2C-DFF4B7F1348D}" type="presParOf" srcId="{2AE96A99-266D-4BC3-A704-C27BF5521510}" destId="{36CA28FF-1A74-41DA-A6C1-0BD685AC411D}" srcOrd="3" destOrd="0" presId="urn:microsoft.com/office/officeart/2018/2/layout/IconVerticalSolidList"/>
    <dgm:cxn modelId="{6A1B3A58-36CA-46B8-8853-E6357C2A0DB2}" type="presParOf" srcId="{1119B5EB-CD35-4570-AD35-7910F307D856}" destId="{4CA49368-68CB-489D-8101-FDBB6EB32A89}" srcOrd="5" destOrd="0" presId="urn:microsoft.com/office/officeart/2018/2/layout/IconVerticalSolidList"/>
    <dgm:cxn modelId="{B7A12293-9E30-4984-82FE-64956A32FB66}" type="presParOf" srcId="{1119B5EB-CD35-4570-AD35-7910F307D856}" destId="{477DEFDC-3B72-4AB6-9065-655C8FDD93A3}" srcOrd="6" destOrd="0" presId="urn:microsoft.com/office/officeart/2018/2/layout/IconVerticalSolidList"/>
    <dgm:cxn modelId="{000A5C93-9619-483D-A69C-A6215EB51DCD}" type="presParOf" srcId="{477DEFDC-3B72-4AB6-9065-655C8FDD93A3}" destId="{81994CA2-F62C-4916-BAE3-AC8894922CB5}" srcOrd="0" destOrd="0" presId="urn:microsoft.com/office/officeart/2018/2/layout/IconVerticalSolidList"/>
    <dgm:cxn modelId="{993A82E5-E59E-425C-AF96-80635EEA5C78}" type="presParOf" srcId="{477DEFDC-3B72-4AB6-9065-655C8FDD93A3}" destId="{0336A6AF-814B-4753-B6AA-1B842E835FC0}" srcOrd="1" destOrd="0" presId="urn:microsoft.com/office/officeart/2018/2/layout/IconVerticalSolidList"/>
    <dgm:cxn modelId="{B34FCD9F-FB26-401D-96AE-C470480C6E37}" type="presParOf" srcId="{477DEFDC-3B72-4AB6-9065-655C8FDD93A3}" destId="{4856ACAF-A573-463C-9B32-EC07CEC6AC44}" srcOrd="2" destOrd="0" presId="urn:microsoft.com/office/officeart/2018/2/layout/IconVerticalSolidList"/>
    <dgm:cxn modelId="{6F5E94B9-2405-4B69-AD2D-B83F01E39000}" type="presParOf" srcId="{477DEFDC-3B72-4AB6-9065-655C8FDD93A3}" destId="{60DAB24B-5935-4A27-BC66-2C33B6027DD6}" srcOrd="3" destOrd="0" presId="urn:microsoft.com/office/officeart/2018/2/layout/IconVerticalSolidList"/>
    <dgm:cxn modelId="{87A4A766-3C72-4DE3-82CD-BE72FDCB7A8B}" type="presParOf" srcId="{1119B5EB-CD35-4570-AD35-7910F307D856}" destId="{B3C41B8C-C80B-470A-966D-67EA189F7018}" srcOrd="7" destOrd="0" presId="urn:microsoft.com/office/officeart/2018/2/layout/IconVerticalSolidList"/>
    <dgm:cxn modelId="{58507F6F-DF19-4979-9AD3-274ACB79AEEB}" type="presParOf" srcId="{1119B5EB-CD35-4570-AD35-7910F307D856}" destId="{BAC14FAA-5BDD-42E6-A8A5-FDFA0429BA1E}" srcOrd="8" destOrd="0" presId="urn:microsoft.com/office/officeart/2018/2/layout/IconVerticalSolidList"/>
    <dgm:cxn modelId="{3EB4D224-F1DC-413C-AE7F-B3876B58319A}" type="presParOf" srcId="{BAC14FAA-5BDD-42E6-A8A5-FDFA0429BA1E}" destId="{896EB5FC-540A-4212-B147-3A9B077FE1B3}" srcOrd="0" destOrd="0" presId="urn:microsoft.com/office/officeart/2018/2/layout/IconVerticalSolidList"/>
    <dgm:cxn modelId="{F200445B-6DD5-4F2F-854B-E14B83A0E804}" type="presParOf" srcId="{BAC14FAA-5BDD-42E6-A8A5-FDFA0429BA1E}" destId="{2E0C47F2-EBBF-46DF-B0FB-EEAB4C740367}" srcOrd="1" destOrd="0" presId="urn:microsoft.com/office/officeart/2018/2/layout/IconVerticalSolidList"/>
    <dgm:cxn modelId="{A6346EC8-3E09-42CF-8F4B-C64C061B7CFA}" type="presParOf" srcId="{BAC14FAA-5BDD-42E6-A8A5-FDFA0429BA1E}" destId="{A7995BD2-2458-44AE-A7A8-F71215B4F235}" srcOrd="2" destOrd="0" presId="urn:microsoft.com/office/officeart/2018/2/layout/IconVerticalSolidList"/>
    <dgm:cxn modelId="{DB3F249C-FEF3-4413-AE34-5AEAB0F29516}" type="presParOf" srcId="{BAC14FAA-5BDD-42E6-A8A5-FDFA0429BA1E}" destId="{87105FB3-CC18-45E2-9822-A3070318E61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AFB87D5-AB07-48CA-ACE2-D9A2863DA651}"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E25C1B7-A5E9-40BC-8D28-FD7ABCD6D73B}">
      <dgm:prSet/>
      <dgm:spPr/>
      <dgm:t>
        <a:bodyPr/>
        <a:lstStyle/>
        <a:p>
          <a:r>
            <a:rPr lang="en-US"/>
            <a:t>Questions?</a:t>
          </a:r>
        </a:p>
      </dgm:t>
    </dgm:pt>
    <dgm:pt modelId="{928972A3-3646-4D97-ACB7-46B933EAC2F4}" type="parTrans" cxnId="{DBF4287B-7A1B-4DE4-834D-99604E3FE953}">
      <dgm:prSet/>
      <dgm:spPr/>
      <dgm:t>
        <a:bodyPr/>
        <a:lstStyle/>
        <a:p>
          <a:endParaRPr lang="en-US"/>
        </a:p>
      </dgm:t>
    </dgm:pt>
    <dgm:pt modelId="{56EFD121-6063-4A7E-A9B1-A0FCDE0B59AC}" type="sibTrans" cxnId="{DBF4287B-7A1B-4DE4-834D-99604E3FE953}">
      <dgm:prSet/>
      <dgm:spPr/>
      <dgm:t>
        <a:bodyPr/>
        <a:lstStyle/>
        <a:p>
          <a:endParaRPr lang="en-US"/>
        </a:p>
      </dgm:t>
    </dgm:pt>
    <dgm:pt modelId="{5ADB240B-12BD-4EB2-BD55-778362177264}">
      <dgm:prSet/>
      <dgm:spPr/>
      <dgm:t>
        <a:bodyPr/>
        <a:lstStyle/>
        <a:p>
          <a:r>
            <a:rPr lang="en-US"/>
            <a:t>Suggested Learning Path:</a:t>
          </a:r>
        </a:p>
      </dgm:t>
    </dgm:pt>
    <dgm:pt modelId="{F5C14C1C-36E8-4558-90CB-F8E5E949421E}" type="parTrans" cxnId="{9BA5AA09-DA28-4A6A-AD5A-CC3B8166C855}">
      <dgm:prSet/>
      <dgm:spPr/>
      <dgm:t>
        <a:bodyPr/>
        <a:lstStyle/>
        <a:p>
          <a:endParaRPr lang="en-US"/>
        </a:p>
      </dgm:t>
    </dgm:pt>
    <dgm:pt modelId="{E98953DB-5D6A-49C1-8EF6-D05EBC99C334}" type="sibTrans" cxnId="{9BA5AA09-DA28-4A6A-AD5A-CC3B8166C855}">
      <dgm:prSet/>
      <dgm:spPr/>
      <dgm:t>
        <a:bodyPr/>
        <a:lstStyle/>
        <a:p>
          <a:endParaRPr lang="en-US"/>
        </a:p>
      </dgm:t>
    </dgm:pt>
    <dgm:pt modelId="{1FC706B2-4BCF-4609-AC32-EBE65965F81F}">
      <dgm:prSet/>
      <dgm:spPr/>
      <dgm:t>
        <a:bodyPr/>
        <a:lstStyle/>
        <a:p>
          <a:r>
            <a:rPr lang="en-US"/>
            <a:t>1. Strengthen math fundamentals (linear algebra, calculus, statistics)</a:t>
          </a:r>
        </a:p>
      </dgm:t>
    </dgm:pt>
    <dgm:pt modelId="{8F092FD6-0559-495C-9CDB-E7C19F39A561}" type="parTrans" cxnId="{77743E3A-1E8C-41C9-BC57-191C138388C2}">
      <dgm:prSet/>
      <dgm:spPr/>
      <dgm:t>
        <a:bodyPr/>
        <a:lstStyle/>
        <a:p>
          <a:endParaRPr lang="en-US"/>
        </a:p>
      </dgm:t>
    </dgm:pt>
    <dgm:pt modelId="{7151EC7F-1EBE-459B-BB35-9160B460F2C3}" type="sibTrans" cxnId="{77743E3A-1E8C-41C9-BC57-191C138388C2}">
      <dgm:prSet/>
      <dgm:spPr/>
      <dgm:t>
        <a:bodyPr/>
        <a:lstStyle/>
        <a:p>
          <a:endParaRPr lang="en-US"/>
        </a:p>
      </dgm:t>
    </dgm:pt>
    <dgm:pt modelId="{963D0020-FB27-4748-AC18-CEB4397F0DDD}">
      <dgm:prSet/>
      <dgm:spPr/>
      <dgm:t>
        <a:bodyPr/>
        <a:lstStyle/>
        <a:p>
          <a:r>
            <a:rPr lang="en-US"/>
            <a:t>2. Learn Python and key libraries (NumPy, pandas, matplotlib)</a:t>
          </a:r>
        </a:p>
      </dgm:t>
    </dgm:pt>
    <dgm:pt modelId="{C1DEE127-AD69-400B-8BE2-FF58CF82B41E}" type="parTrans" cxnId="{56065935-4692-4A7B-9C63-B4068076A897}">
      <dgm:prSet/>
      <dgm:spPr/>
      <dgm:t>
        <a:bodyPr/>
        <a:lstStyle/>
        <a:p>
          <a:endParaRPr lang="en-US"/>
        </a:p>
      </dgm:t>
    </dgm:pt>
    <dgm:pt modelId="{C88DA428-38FD-430D-A21C-D753651D2C51}" type="sibTrans" cxnId="{56065935-4692-4A7B-9C63-B4068076A897}">
      <dgm:prSet/>
      <dgm:spPr/>
      <dgm:t>
        <a:bodyPr/>
        <a:lstStyle/>
        <a:p>
          <a:endParaRPr lang="en-US"/>
        </a:p>
      </dgm:t>
    </dgm:pt>
    <dgm:pt modelId="{4C487053-5C71-4BFC-834B-AFAAB8D405F0}">
      <dgm:prSet/>
      <dgm:spPr/>
      <dgm:t>
        <a:bodyPr/>
        <a:lstStyle/>
        <a:p>
          <a:r>
            <a:rPr lang="en-US"/>
            <a:t>3. Practice with online courses and datasets (Kaggle)</a:t>
          </a:r>
        </a:p>
      </dgm:t>
    </dgm:pt>
    <dgm:pt modelId="{FFCC6BF3-B0BC-4379-B191-D183855B8FCC}" type="parTrans" cxnId="{CE48748C-EB00-4DB7-A346-2AD269C5CA6E}">
      <dgm:prSet/>
      <dgm:spPr/>
      <dgm:t>
        <a:bodyPr/>
        <a:lstStyle/>
        <a:p>
          <a:endParaRPr lang="en-US"/>
        </a:p>
      </dgm:t>
    </dgm:pt>
    <dgm:pt modelId="{DCA6A978-B35D-4878-BA4F-612E52CA4B35}" type="sibTrans" cxnId="{CE48748C-EB00-4DB7-A346-2AD269C5CA6E}">
      <dgm:prSet/>
      <dgm:spPr/>
      <dgm:t>
        <a:bodyPr/>
        <a:lstStyle/>
        <a:p>
          <a:endParaRPr lang="en-US"/>
        </a:p>
      </dgm:t>
    </dgm:pt>
    <dgm:pt modelId="{C3B2837B-738E-42BE-8A42-840C12120802}">
      <dgm:prSet/>
      <dgm:spPr/>
      <dgm:t>
        <a:bodyPr/>
        <a:lstStyle/>
        <a:p>
          <a:r>
            <a:rPr lang="en-US"/>
            <a:t>4. Build small projects to solidify understanding</a:t>
          </a:r>
        </a:p>
      </dgm:t>
    </dgm:pt>
    <dgm:pt modelId="{E20B5380-24D9-4815-BCCE-83520CCBAAF8}" type="parTrans" cxnId="{2B4CA6F8-9048-48C0-9CDD-43602F0B47B2}">
      <dgm:prSet/>
      <dgm:spPr/>
      <dgm:t>
        <a:bodyPr/>
        <a:lstStyle/>
        <a:p>
          <a:endParaRPr lang="en-US"/>
        </a:p>
      </dgm:t>
    </dgm:pt>
    <dgm:pt modelId="{AF6C0B6F-A74B-427D-9D76-21AE147D69E5}" type="sibTrans" cxnId="{2B4CA6F8-9048-48C0-9CDD-43602F0B47B2}">
      <dgm:prSet/>
      <dgm:spPr/>
      <dgm:t>
        <a:bodyPr/>
        <a:lstStyle/>
        <a:p>
          <a:endParaRPr lang="en-US"/>
        </a:p>
      </dgm:t>
    </dgm:pt>
    <dgm:pt modelId="{C8FA9636-7768-40BF-80C8-2904BCE6A436}" type="pres">
      <dgm:prSet presAssocID="{7AFB87D5-AB07-48CA-ACE2-D9A2863DA651}" presName="root" presStyleCnt="0">
        <dgm:presLayoutVars>
          <dgm:dir/>
          <dgm:resizeHandles val="exact"/>
        </dgm:presLayoutVars>
      </dgm:prSet>
      <dgm:spPr/>
    </dgm:pt>
    <dgm:pt modelId="{DBB3DB3F-B24A-4833-A771-2540D867FE3C}" type="pres">
      <dgm:prSet presAssocID="{7AFB87D5-AB07-48CA-ACE2-D9A2863DA651}" presName="container" presStyleCnt="0">
        <dgm:presLayoutVars>
          <dgm:dir/>
          <dgm:resizeHandles val="exact"/>
        </dgm:presLayoutVars>
      </dgm:prSet>
      <dgm:spPr/>
    </dgm:pt>
    <dgm:pt modelId="{245D1EA3-67BF-4804-BE65-CBABF3F3950C}" type="pres">
      <dgm:prSet presAssocID="{3E25C1B7-A5E9-40BC-8D28-FD7ABCD6D73B}" presName="compNode" presStyleCnt="0"/>
      <dgm:spPr/>
    </dgm:pt>
    <dgm:pt modelId="{D83F8EF9-17F9-4E76-9E55-D9A9963167C9}" type="pres">
      <dgm:prSet presAssocID="{3E25C1B7-A5E9-40BC-8D28-FD7ABCD6D73B}" presName="iconBgRect" presStyleLbl="bgShp" presStyleIdx="0" presStyleCnt="6"/>
      <dgm:spPr/>
    </dgm:pt>
    <dgm:pt modelId="{2D330B9D-AB17-452E-BF77-0380435E2D4C}" type="pres">
      <dgm:prSet presAssocID="{3E25C1B7-A5E9-40BC-8D28-FD7ABCD6D73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 mark"/>
        </a:ext>
      </dgm:extLst>
    </dgm:pt>
    <dgm:pt modelId="{CE418C0A-5C5E-4A6B-BEFC-56793E3F7A8C}" type="pres">
      <dgm:prSet presAssocID="{3E25C1B7-A5E9-40BC-8D28-FD7ABCD6D73B}" presName="spaceRect" presStyleCnt="0"/>
      <dgm:spPr/>
    </dgm:pt>
    <dgm:pt modelId="{18D102B3-1598-4730-9664-37F91F9B42BE}" type="pres">
      <dgm:prSet presAssocID="{3E25C1B7-A5E9-40BC-8D28-FD7ABCD6D73B}" presName="textRect" presStyleLbl="revTx" presStyleIdx="0" presStyleCnt="6">
        <dgm:presLayoutVars>
          <dgm:chMax val="1"/>
          <dgm:chPref val="1"/>
        </dgm:presLayoutVars>
      </dgm:prSet>
      <dgm:spPr/>
    </dgm:pt>
    <dgm:pt modelId="{155B76D6-3A7F-4B58-9FEB-00658D03F6BB}" type="pres">
      <dgm:prSet presAssocID="{56EFD121-6063-4A7E-A9B1-A0FCDE0B59AC}" presName="sibTrans" presStyleLbl="sibTrans2D1" presStyleIdx="0" presStyleCnt="0"/>
      <dgm:spPr/>
    </dgm:pt>
    <dgm:pt modelId="{B957D0DB-B43A-44A6-B9B1-43DD0D0033E3}" type="pres">
      <dgm:prSet presAssocID="{5ADB240B-12BD-4EB2-BD55-778362177264}" presName="compNode" presStyleCnt="0"/>
      <dgm:spPr/>
    </dgm:pt>
    <dgm:pt modelId="{CD57A1BA-99AC-4CA5-BBC9-41D5926BB1EF}" type="pres">
      <dgm:prSet presAssocID="{5ADB240B-12BD-4EB2-BD55-778362177264}" presName="iconBgRect" presStyleLbl="bgShp" presStyleIdx="1" presStyleCnt="6"/>
      <dgm:spPr/>
    </dgm:pt>
    <dgm:pt modelId="{01DC1F3C-BF4C-43EC-862F-9228AD4FB3CE}" type="pres">
      <dgm:prSet presAssocID="{5ADB240B-12BD-4EB2-BD55-77836217726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362EAB28-60CC-4687-8280-B81DF2D89727}" type="pres">
      <dgm:prSet presAssocID="{5ADB240B-12BD-4EB2-BD55-778362177264}" presName="spaceRect" presStyleCnt="0"/>
      <dgm:spPr/>
    </dgm:pt>
    <dgm:pt modelId="{23122D38-01D5-4904-A0BA-05492A8515EA}" type="pres">
      <dgm:prSet presAssocID="{5ADB240B-12BD-4EB2-BD55-778362177264}" presName="textRect" presStyleLbl="revTx" presStyleIdx="1" presStyleCnt="6">
        <dgm:presLayoutVars>
          <dgm:chMax val="1"/>
          <dgm:chPref val="1"/>
        </dgm:presLayoutVars>
      </dgm:prSet>
      <dgm:spPr/>
    </dgm:pt>
    <dgm:pt modelId="{D69A99A9-C162-40F2-BD63-5B0186CDBE78}" type="pres">
      <dgm:prSet presAssocID="{E98953DB-5D6A-49C1-8EF6-D05EBC99C334}" presName="sibTrans" presStyleLbl="sibTrans2D1" presStyleIdx="0" presStyleCnt="0"/>
      <dgm:spPr/>
    </dgm:pt>
    <dgm:pt modelId="{2B7EAC9F-1250-47B1-BB50-39243BE2B87B}" type="pres">
      <dgm:prSet presAssocID="{1FC706B2-4BCF-4609-AC32-EBE65965F81F}" presName="compNode" presStyleCnt="0"/>
      <dgm:spPr/>
    </dgm:pt>
    <dgm:pt modelId="{51F9BE99-D018-46B0-B3CA-317B3A680144}" type="pres">
      <dgm:prSet presAssocID="{1FC706B2-4BCF-4609-AC32-EBE65965F81F}" presName="iconBgRect" presStyleLbl="bgShp" presStyleIdx="2" presStyleCnt="6"/>
      <dgm:spPr/>
    </dgm:pt>
    <dgm:pt modelId="{C74526EC-C20C-4819-923A-D17C5EF1AE0F}" type="pres">
      <dgm:prSet presAssocID="{1FC706B2-4BCF-4609-AC32-EBE65965F81F}"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thematics"/>
        </a:ext>
      </dgm:extLst>
    </dgm:pt>
    <dgm:pt modelId="{E626A1B7-69A5-43D9-9F83-80A8081CA05D}" type="pres">
      <dgm:prSet presAssocID="{1FC706B2-4BCF-4609-AC32-EBE65965F81F}" presName="spaceRect" presStyleCnt="0"/>
      <dgm:spPr/>
    </dgm:pt>
    <dgm:pt modelId="{5208784E-CE55-425E-A934-ED18BB07B9F2}" type="pres">
      <dgm:prSet presAssocID="{1FC706B2-4BCF-4609-AC32-EBE65965F81F}" presName="textRect" presStyleLbl="revTx" presStyleIdx="2" presStyleCnt="6">
        <dgm:presLayoutVars>
          <dgm:chMax val="1"/>
          <dgm:chPref val="1"/>
        </dgm:presLayoutVars>
      </dgm:prSet>
      <dgm:spPr/>
    </dgm:pt>
    <dgm:pt modelId="{B99E4AC9-15B3-483E-8CFC-326067B6AB64}" type="pres">
      <dgm:prSet presAssocID="{7151EC7F-1EBE-459B-BB35-9160B460F2C3}" presName="sibTrans" presStyleLbl="sibTrans2D1" presStyleIdx="0" presStyleCnt="0"/>
      <dgm:spPr/>
    </dgm:pt>
    <dgm:pt modelId="{91092FD5-6991-4890-8DAE-EBBA3662588C}" type="pres">
      <dgm:prSet presAssocID="{963D0020-FB27-4748-AC18-CEB4397F0DDD}" presName="compNode" presStyleCnt="0"/>
      <dgm:spPr/>
    </dgm:pt>
    <dgm:pt modelId="{716CF853-5B2C-4726-A571-C41A59FD2017}" type="pres">
      <dgm:prSet presAssocID="{963D0020-FB27-4748-AC18-CEB4397F0DDD}" presName="iconBgRect" presStyleLbl="bgShp" presStyleIdx="3" presStyleCnt="6"/>
      <dgm:spPr/>
    </dgm:pt>
    <dgm:pt modelId="{562C8751-BD5A-4307-AA8B-571D71972F78}" type="pres">
      <dgm:prSet presAssocID="{963D0020-FB27-4748-AC18-CEB4397F0DD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anda"/>
        </a:ext>
      </dgm:extLst>
    </dgm:pt>
    <dgm:pt modelId="{1747E06B-F903-4B19-A439-82B2327823DA}" type="pres">
      <dgm:prSet presAssocID="{963D0020-FB27-4748-AC18-CEB4397F0DDD}" presName="spaceRect" presStyleCnt="0"/>
      <dgm:spPr/>
    </dgm:pt>
    <dgm:pt modelId="{EDE9477C-B82A-42DA-B22A-D460BEAD977F}" type="pres">
      <dgm:prSet presAssocID="{963D0020-FB27-4748-AC18-CEB4397F0DDD}" presName="textRect" presStyleLbl="revTx" presStyleIdx="3" presStyleCnt="6">
        <dgm:presLayoutVars>
          <dgm:chMax val="1"/>
          <dgm:chPref val="1"/>
        </dgm:presLayoutVars>
      </dgm:prSet>
      <dgm:spPr/>
    </dgm:pt>
    <dgm:pt modelId="{AA7FEFF9-C289-40EB-B508-2C03B678680B}" type="pres">
      <dgm:prSet presAssocID="{C88DA428-38FD-430D-A21C-D753651D2C51}" presName="sibTrans" presStyleLbl="sibTrans2D1" presStyleIdx="0" presStyleCnt="0"/>
      <dgm:spPr/>
    </dgm:pt>
    <dgm:pt modelId="{B9DC7D7F-6563-443B-BE5D-E5B9272789D3}" type="pres">
      <dgm:prSet presAssocID="{4C487053-5C71-4BFC-834B-AFAAB8D405F0}" presName="compNode" presStyleCnt="0"/>
      <dgm:spPr/>
    </dgm:pt>
    <dgm:pt modelId="{E6526C7A-834D-4B03-A0F4-17BB4B9F44E2}" type="pres">
      <dgm:prSet presAssocID="{4C487053-5C71-4BFC-834B-AFAAB8D405F0}" presName="iconBgRect" presStyleLbl="bgShp" presStyleIdx="4" presStyleCnt="6"/>
      <dgm:spPr/>
    </dgm:pt>
    <dgm:pt modelId="{07D6F41E-5E9D-4E7F-B950-CC961C028A26}" type="pres">
      <dgm:prSet presAssocID="{4C487053-5C71-4BFC-834B-AFAAB8D405F0}"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esentation with Checklist"/>
        </a:ext>
      </dgm:extLst>
    </dgm:pt>
    <dgm:pt modelId="{538FD6B7-BE98-4787-B78C-49E8BB5EDE1D}" type="pres">
      <dgm:prSet presAssocID="{4C487053-5C71-4BFC-834B-AFAAB8D405F0}" presName="spaceRect" presStyleCnt="0"/>
      <dgm:spPr/>
    </dgm:pt>
    <dgm:pt modelId="{1A73DDBC-D7D9-40E8-8F9E-A528C53B32E5}" type="pres">
      <dgm:prSet presAssocID="{4C487053-5C71-4BFC-834B-AFAAB8D405F0}" presName="textRect" presStyleLbl="revTx" presStyleIdx="4" presStyleCnt="6">
        <dgm:presLayoutVars>
          <dgm:chMax val="1"/>
          <dgm:chPref val="1"/>
        </dgm:presLayoutVars>
      </dgm:prSet>
      <dgm:spPr/>
    </dgm:pt>
    <dgm:pt modelId="{3EA813E5-4F85-46E3-A901-7EE0CAC9F61F}" type="pres">
      <dgm:prSet presAssocID="{DCA6A978-B35D-4878-BA4F-612E52CA4B35}" presName="sibTrans" presStyleLbl="sibTrans2D1" presStyleIdx="0" presStyleCnt="0"/>
      <dgm:spPr/>
    </dgm:pt>
    <dgm:pt modelId="{5D0649C0-2A00-4980-B79A-1D1AA467D964}" type="pres">
      <dgm:prSet presAssocID="{C3B2837B-738E-42BE-8A42-840C12120802}" presName="compNode" presStyleCnt="0"/>
      <dgm:spPr/>
    </dgm:pt>
    <dgm:pt modelId="{DF50E7EE-DAE4-4BAF-8FF6-CF814424FC37}" type="pres">
      <dgm:prSet presAssocID="{C3B2837B-738E-42BE-8A42-840C12120802}" presName="iconBgRect" presStyleLbl="bgShp" presStyleIdx="5" presStyleCnt="6"/>
      <dgm:spPr/>
    </dgm:pt>
    <dgm:pt modelId="{49B491E5-5C35-4057-B34F-4043D50297D3}" type="pres">
      <dgm:prSet presAssocID="{C3B2837B-738E-42BE-8A42-840C1212080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ulldozer"/>
        </a:ext>
      </dgm:extLst>
    </dgm:pt>
    <dgm:pt modelId="{790F50C4-E2D6-40F9-848B-4F2F159CF82D}" type="pres">
      <dgm:prSet presAssocID="{C3B2837B-738E-42BE-8A42-840C12120802}" presName="spaceRect" presStyleCnt="0"/>
      <dgm:spPr/>
    </dgm:pt>
    <dgm:pt modelId="{85D03A95-0C3E-48AF-8060-CA61911F6C40}" type="pres">
      <dgm:prSet presAssocID="{C3B2837B-738E-42BE-8A42-840C12120802}" presName="textRect" presStyleLbl="revTx" presStyleIdx="5" presStyleCnt="6">
        <dgm:presLayoutVars>
          <dgm:chMax val="1"/>
          <dgm:chPref val="1"/>
        </dgm:presLayoutVars>
      </dgm:prSet>
      <dgm:spPr/>
    </dgm:pt>
  </dgm:ptLst>
  <dgm:cxnLst>
    <dgm:cxn modelId="{9BA5AA09-DA28-4A6A-AD5A-CC3B8166C855}" srcId="{7AFB87D5-AB07-48CA-ACE2-D9A2863DA651}" destId="{5ADB240B-12BD-4EB2-BD55-778362177264}" srcOrd="1" destOrd="0" parTransId="{F5C14C1C-36E8-4558-90CB-F8E5E949421E}" sibTransId="{E98953DB-5D6A-49C1-8EF6-D05EBC99C334}"/>
    <dgm:cxn modelId="{795B110C-D780-4202-8B2F-D67F6CBE59E1}" type="presOf" srcId="{7AFB87D5-AB07-48CA-ACE2-D9A2863DA651}" destId="{C8FA9636-7768-40BF-80C8-2904BCE6A436}" srcOrd="0" destOrd="0" presId="urn:microsoft.com/office/officeart/2018/2/layout/IconCircleList"/>
    <dgm:cxn modelId="{56065935-4692-4A7B-9C63-B4068076A897}" srcId="{7AFB87D5-AB07-48CA-ACE2-D9A2863DA651}" destId="{963D0020-FB27-4748-AC18-CEB4397F0DDD}" srcOrd="3" destOrd="0" parTransId="{C1DEE127-AD69-400B-8BE2-FF58CF82B41E}" sibTransId="{C88DA428-38FD-430D-A21C-D753651D2C51}"/>
    <dgm:cxn modelId="{77743E3A-1E8C-41C9-BC57-191C138388C2}" srcId="{7AFB87D5-AB07-48CA-ACE2-D9A2863DA651}" destId="{1FC706B2-4BCF-4609-AC32-EBE65965F81F}" srcOrd="2" destOrd="0" parTransId="{8F092FD6-0559-495C-9CDB-E7C19F39A561}" sibTransId="{7151EC7F-1EBE-459B-BB35-9160B460F2C3}"/>
    <dgm:cxn modelId="{2CBF0573-4941-4E93-86CB-73D7750AB00A}" type="presOf" srcId="{4C487053-5C71-4BFC-834B-AFAAB8D405F0}" destId="{1A73DDBC-D7D9-40E8-8F9E-A528C53B32E5}" srcOrd="0" destOrd="0" presId="urn:microsoft.com/office/officeart/2018/2/layout/IconCircleList"/>
    <dgm:cxn modelId="{6999E974-26D2-46DA-A228-9AF72A28E98A}" type="presOf" srcId="{7151EC7F-1EBE-459B-BB35-9160B460F2C3}" destId="{B99E4AC9-15B3-483E-8CFC-326067B6AB64}" srcOrd="0" destOrd="0" presId="urn:microsoft.com/office/officeart/2018/2/layout/IconCircleList"/>
    <dgm:cxn modelId="{807FF357-E411-4D28-9B01-78B0A73CB858}" type="presOf" srcId="{963D0020-FB27-4748-AC18-CEB4397F0DDD}" destId="{EDE9477C-B82A-42DA-B22A-D460BEAD977F}" srcOrd="0" destOrd="0" presId="urn:microsoft.com/office/officeart/2018/2/layout/IconCircleList"/>
    <dgm:cxn modelId="{DBF4287B-7A1B-4DE4-834D-99604E3FE953}" srcId="{7AFB87D5-AB07-48CA-ACE2-D9A2863DA651}" destId="{3E25C1B7-A5E9-40BC-8D28-FD7ABCD6D73B}" srcOrd="0" destOrd="0" parTransId="{928972A3-3646-4D97-ACB7-46B933EAC2F4}" sibTransId="{56EFD121-6063-4A7E-A9B1-A0FCDE0B59AC}"/>
    <dgm:cxn modelId="{BB63BC7D-4806-4CA2-A36D-0D25145D356D}" type="presOf" srcId="{C88DA428-38FD-430D-A21C-D753651D2C51}" destId="{AA7FEFF9-C289-40EB-B508-2C03B678680B}" srcOrd="0" destOrd="0" presId="urn:microsoft.com/office/officeart/2018/2/layout/IconCircleList"/>
    <dgm:cxn modelId="{CE48748C-EB00-4DB7-A346-2AD269C5CA6E}" srcId="{7AFB87D5-AB07-48CA-ACE2-D9A2863DA651}" destId="{4C487053-5C71-4BFC-834B-AFAAB8D405F0}" srcOrd="4" destOrd="0" parTransId="{FFCC6BF3-B0BC-4379-B191-D183855B8FCC}" sibTransId="{DCA6A978-B35D-4878-BA4F-612E52CA4B35}"/>
    <dgm:cxn modelId="{FFD5C98C-BC76-4796-80DC-14F7473C526D}" type="presOf" srcId="{3E25C1B7-A5E9-40BC-8D28-FD7ABCD6D73B}" destId="{18D102B3-1598-4730-9664-37F91F9B42BE}" srcOrd="0" destOrd="0" presId="urn:microsoft.com/office/officeart/2018/2/layout/IconCircleList"/>
    <dgm:cxn modelId="{1E67BD96-11E9-46D6-B18A-D211D364E439}" type="presOf" srcId="{DCA6A978-B35D-4878-BA4F-612E52CA4B35}" destId="{3EA813E5-4F85-46E3-A901-7EE0CAC9F61F}" srcOrd="0" destOrd="0" presId="urn:microsoft.com/office/officeart/2018/2/layout/IconCircleList"/>
    <dgm:cxn modelId="{FBC1C19B-5764-44DB-A89F-B64BDBFD5FDC}" type="presOf" srcId="{C3B2837B-738E-42BE-8A42-840C12120802}" destId="{85D03A95-0C3E-48AF-8060-CA61911F6C40}" srcOrd="0" destOrd="0" presId="urn:microsoft.com/office/officeart/2018/2/layout/IconCircleList"/>
    <dgm:cxn modelId="{48A2CB9D-A342-456D-B177-6E64E16A106E}" type="presOf" srcId="{1FC706B2-4BCF-4609-AC32-EBE65965F81F}" destId="{5208784E-CE55-425E-A934-ED18BB07B9F2}" srcOrd="0" destOrd="0" presId="urn:microsoft.com/office/officeart/2018/2/layout/IconCircleList"/>
    <dgm:cxn modelId="{25097CC3-801D-4114-9C65-319712E11EF8}" type="presOf" srcId="{56EFD121-6063-4A7E-A9B1-A0FCDE0B59AC}" destId="{155B76D6-3A7F-4B58-9FEB-00658D03F6BB}" srcOrd="0" destOrd="0" presId="urn:microsoft.com/office/officeart/2018/2/layout/IconCircleList"/>
    <dgm:cxn modelId="{7F09B9D5-0425-4701-BC0E-13EBE91FBB5A}" type="presOf" srcId="{5ADB240B-12BD-4EB2-BD55-778362177264}" destId="{23122D38-01D5-4904-A0BA-05492A8515EA}" srcOrd="0" destOrd="0" presId="urn:microsoft.com/office/officeart/2018/2/layout/IconCircleList"/>
    <dgm:cxn modelId="{0034A4E2-151A-40EC-A4DE-069C4ED6F533}" type="presOf" srcId="{E98953DB-5D6A-49C1-8EF6-D05EBC99C334}" destId="{D69A99A9-C162-40F2-BD63-5B0186CDBE78}" srcOrd="0" destOrd="0" presId="urn:microsoft.com/office/officeart/2018/2/layout/IconCircleList"/>
    <dgm:cxn modelId="{2B4CA6F8-9048-48C0-9CDD-43602F0B47B2}" srcId="{7AFB87D5-AB07-48CA-ACE2-D9A2863DA651}" destId="{C3B2837B-738E-42BE-8A42-840C12120802}" srcOrd="5" destOrd="0" parTransId="{E20B5380-24D9-4815-BCCE-83520CCBAAF8}" sibTransId="{AF6C0B6F-A74B-427D-9D76-21AE147D69E5}"/>
    <dgm:cxn modelId="{9C3FD973-FF52-429B-AD61-11C3616406FA}" type="presParOf" srcId="{C8FA9636-7768-40BF-80C8-2904BCE6A436}" destId="{DBB3DB3F-B24A-4833-A771-2540D867FE3C}" srcOrd="0" destOrd="0" presId="urn:microsoft.com/office/officeart/2018/2/layout/IconCircleList"/>
    <dgm:cxn modelId="{2CFE2F89-0BF5-4C54-9023-6C68419C2139}" type="presParOf" srcId="{DBB3DB3F-B24A-4833-A771-2540D867FE3C}" destId="{245D1EA3-67BF-4804-BE65-CBABF3F3950C}" srcOrd="0" destOrd="0" presId="urn:microsoft.com/office/officeart/2018/2/layout/IconCircleList"/>
    <dgm:cxn modelId="{E1ABFED9-1ED5-4CBE-8F11-831B331B449F}" type="presParOf" srcId="{245D1EA3-67BF-4804-BE65-CBABF3F3950C}" destId="{D83F8EF9-17F9-4E76-9E55-D9A9963167C9}" srcOrd="0" destOrd="0" presId="urn:microsoft.com/office/officeart/2018/2/layout/IconCircleList"/>
    <dgm:cxn modelId="{605775D5-4B7D-43A8-A6FB-2D11A301B6E1}" type="presParOf" srcId="{245D1EA3-67BF-4804-BE65-CBABF3F3950C}" destId="{2D330B9D-AB17-452E-BF77-0380435E2D4C}" srcOrd="1" destOrd="0" presId="urn:microsoft.com/office/officeart/2018/2/layout/IconCircleList"/>
    <dgm:cxn modelId="{F7055FB0-ECD2-4D17-BBFB-A55A9F705E8C}" type="presParOf" srcId="{245D1EA3-67BF-4804-BE65-CBABF3F3950C}" destId="{CE418C0A-5C5E-4A6B-BEFC-56793E3F7A8C}" srcOrd="2" destOrd="0" presId="urn:microsoft.com/office/officeart/2018/2/layout/IconCircleList"/>
    <dgm:cxn modelId="{366E7C6C-A10C-4F6C-B6FD-F99DC37181F2}" type="presParOf" srcId="{245D1EA3-67BF-4804-BE65-CBABF3F3950C}" destId="{18D102B3-1598-4730-9664-37F91F9B42BE}" srcOrd="3" destOrd="0" presId="urn:microsoft.com/office/officeart/2018/2/layout/IconCircleList"/>
    <dgm:cxn modelId="{91C67F65-7689-4174-B506-D9C47EE6D728}" type="presParOf" srcId="{DBB3DB3F-B24A-4833-A771-2540D867FE3C}" destId="{155B76D6-3A7F-4B58-9FEB-00658D03F6BB}" srcOrd="1" destOrd="0" presId="urn:microsoft.com/office/officeart/2018/2/layout/IconCircleList"/>
    <dgm:cxn modelId="{AFB3A1EA-E2A5-42B0-A500-D5F8B115A48F}" type="presParOf" srcId="{DBB3DB3F-B24A-4833-A771-2540D867FE3C}" destId="{B957D0DB-B43A-44A6-B9B1-43DD0D0033E3}" srcOrd="2" destOrd="0" presId="urn:microsoft.com/office/officeart/2018/2/layout/IconCircleList"/>
    <dgm:cxn modelId="{ECE8D24C-3C26-4200-9C4C-B237999C92F7}" type="presParOf" srcId="{B957D0DB-B43A-44A6-B9B1-43DD0D0033E3}" destId="{CD57A1BA-99AC-4CA5-BBC9-41D5926BB1EF}" srcOrd="0" destOrd="0" presId="urn:microsoft.com/office/officeart/2018/2/layout/IconCircleList"/>
    <dgm:cxn modelId="{B4826362-73B1-4221-AEBB-48AD5C5508B9}" type="presParOf" srcId="{B957D0DB-B43A-44A6-B9B1-43DD0D0033E3}" destId="{01DC1F3C-BF4C-43EC-862F-9228AD4FB3CE}" srcOrd="1" destOrd="0" presId="urn:microsoft.com/office/officeart/2018/2/layout/IconCircleList"/>
    <dgm:cxn modelId="{819AAA2F-D95A-44F5-86DD-EF6DD73F347E}" type="presParOf" srcId="{B957D0DB-B43A-44A6-B9B1-43DD0D0033E3}" destId="{362EAB28-60CC-4687-8280-B81DF2D89727}" srcOrd="2" destOrd="0" presId="urn:microsoft.com/office/officeart/2018/2/layout/IconCircleList"/>
    <dgm:cxn modelId="{021E40C2-D9E0-4598-8D6A-A0A7B6695351}" type="presParOf" srcId="{B957D0DB-B43A-44A6-B9B1-43DD0D0033E3}" destId="{23122D38-01D5-4904-A0BA-05492A8515EA}" srcOrd="3" destOrd="0" presId="urn:microsoft.com/office/officeart/2018/2/layout/IconCircleList"/>
    <dgm:cxn modelId="{6722D4C5-33E1-45BD-8D1C-CFBF09C2B070}" type="presParOf" srcId="{DBB3DB3F-B24A-4833-A771-2540D867FE3C}" destId="{D69A99A9-C162-40F2-BD63-5B0186CDBE78}" srcOrd="3" destOrd="0" presId="urn:microsoft.com/office/officeart/2018/2/layout/IconCircleList"/>
    <dgm:cxn modelId="{E600B918-058E-4E5F-8ECF-FE2A3F318CEB}" type="presParOf" srcId="{DBB3DB3F-B24A-4833-A771-2540D867FE3C}" destId="{2B7EAC9F-1250-47B1-BB50-39243BE2B87B}" srcOrd="4" destOrd="0" presId="urn:microsoft.com/office/officeart/2018/2/layout/IconCircleList"/>
    <dgm:cxn modelId="{3F413618-F2D6-4925-88A3-CCBFC55814B7}" type="presParOf" srcId="{2B7EAC9F-1250-47B1-BB50-39243BE2B87B}" destId="{51F9BE99-D018-46B0-B3CA-317B3A680144}" srcOrd="0" destOrd="0" presId="urn:microsoft.com/office/officeart/2018/2/layout/IconCircleList"/>
    <dgm:cxn modelId="{467A3466-9C88-4AD6-A6F5-BA3ADCF7B078}" type="presParOf" srcId="{2B7EAC9F-1250-47B1-BB50-39243BE2B87B}" destId="{C74526EC-C20C-4819-923A-D17C5EF1AE0F}" srcOrd="1" destOrd="0" presId="urn:microsoft.com/office/officeart/2018/2/layout/IconCircleList"/>
    <dgm:cxn modelId="{07C5827F-E097-46F7-B450-0DD1C672F5B8}" type="presParOf" srcId="{2B7EAC9F-1250-47B1-BB50-39243BE2B87B}" destId="{E626A1B7-69A5-43D9-9F83-80A8081CA05D}" srcOrd="2" destOrd="0" presId="urn:microsoft.com/office/officeart/2018/2/layout/IconCircleList"/>
    <dgm:cxn modelId="{B1209828-CE83-4284-9CA2-04667BF79518}" type="presParOf" srcId="{2B7EAC9F-1250-47B1-BB50-39243BE2B87B}" destId="{5208784E-CE55-425E-A934-ED18BB07B9F2}" srcOrd="3" destOrd="0" presId="urn:microsoft.com/office/officeart/2018/2/layout/IconCircleList"/>
    <dgm:cxn modelId="{EFCF686B-E2D8-468C-9FD5-E34240BD0306}" type="presParOf" srcId="{DBB3DB3F-B24A-4833-A771-2540D867FE3C}" destId="{B99E4AC9-15B3-483E-8CFC-326067B6AB64}" srcOrd="5" destOrd="0" presId="urn:microsoft.com/office/officeart/2018/2/layout/IconCircleList"/>
    <dgm:cxn modelId="{A4DB3333-7CAE-408C-8A33-A4577119568C}" type="presParOf" srcId="{DBB3DB3F-B24A-4833-A771-2540D867FE3C}" destId="{91092FD5-6991-4890-8DAE-EBBA3662588C}" srcOrd="6" destOrd="0" presId="urn:microsoft.com/office/officeart/2018/2/layout/IconCircleList"/>
    <dgm:cxn modelId="{86766334-87D1-462D-A0EE-B2A34D0F1855}" type="presParOf" srcId="{91092FD5-6991-4890-8DAE-EBBA3662588C}" destId="{716CF853-5B2C-4726-A571-C41A59FD2017}" srcOrd="0" destOrd="0" presId="urn:microsoft.com/office/officeart/2018/2/layout/IconCircleList"/>
    <dgm:cxn modelId="{94C8B518-AEF1-42E8-8C1F-BDDFC33CCB1C}" type="presParOf" srcId="{91092FD5-6991-4890-8DAE-EBBA3662588C}" destId="{562C8751-BD5A-4307-AA8B-571D71972F78}" srcOrd="1" destOrd="0" presId="urn:microsoft.com/office/officeart/2018/2/layout/IconCircleList"/>
    <dgm:cxn modelId="{9843076E-9FA8-4B56-9B9F-5B45CA08CAC6}" type="presParOf" srcId="{91092FD5-6991-4890-8DAE-EBBA3662588C}" destId="{1747E06B-F903-4B19-A439-82B2327823DA}" srcOrd="2" destOrd="0" presId="urn:microsoft.com/office/officeart/2018/2/layout/IconCircleList"/>
    <dgm:cxn modelId="{A9121626-F800-49EF-8F85-FDD1C9795557}" type="presParOf" srcId="{91092FD5-6991-4890-8DAE-EBBA3662588C}" destId="{EDE9477C-B82A-42DA-B22A-D460BEAD977F}" srcOrd="3" destOrd="0" presId="urn:microsoft.com/office/officeart/2018/2/layout/IconCircleList"/>
    <dgm:cxn modelId="{596B787F-B305-4C54-AA6A-D70B8F2B3C3F}" type="presParOf" srcId="{DBB3DB3F-B24A-4833-A771-2540D867FE3C}" destId="{AA7FEFF9-C289-40EB-B508-2C03B678680B}" srcOrd="7" destOrd="0" presId="urn:microsoft.com/office/officeart/2018/2/layout/IconCircleList"/>
    <dgm:cxn modelId="{1E000DAC-78F8-4DC6-8259-7EB193D99E4C}" type="presParOf" srcId="{DBB3DB3F-B24A-4833-A771-2540D867FE3C}" destId="{B9DC7D7F-6563-443B-BE5D-E5B9272789D3}" srcOrd="8" destOrd="0" presId="urn:microsoft.com/office/officeart/2018/2/layout/IconCircleList"/>
    <dgm:cxn modelId="{AB9A8127-3D7C-4CC1-8D93-8A303780C58F}" type="presParOf" srcId="{B9DC7D7F-6563-443B-BE5D-E5B9272789D3}" destId="{E6526C7A-834D-4B03-A0F4-17BB4B9F44E2}" srcOrd="0" destOrd="0" presId="urn:microsoft.com/office/officeart/2018/2/layout/IconCircleList"/>
    <dgm:cxn modelId="{9C7685FC-B239-4FFF-9D93-CB57F0D5863D}" type="presParOf" srcId="{B9DC7D7F-6563-443B-BE5D-E5B9272789D3}" destId="{07D6F41E-5E9D-4E7F-B950-CC961C028A26}" srcOrd="1" destOrd="0" presId="urn:microsoft.com/office/officeart/2018/2/layout/IconCircleList"/>
    <dgm:cxn modelId="{B53F0232-518E-4BF5-9273-A0B50CF0F82D}" type="presParOf" srcId="{B9DC7D7F-6563-443B-BE5D-E5B9272789D3}" destId="{538FD6B7-BE98-4787-B78C-49E8BB5EDE1D}" srcOrd="2" destOrd="0" presId="urn:microsoft.com/office/officeart/2018/2/layout/IconCircleList"/>
    <dgm:cxn modelId="{F661712F-EFE8-43D4-815D-8F8FF42204BA}" type="presParOf" srcId="{B9DC7D7F-6563-443B-BE5D-E5B9272789D3}" destId="{1A73DDBC-D7D9-40E8-8F9E-A528C53B32E5}" srcOrd="3" destOrd="0" presId="urn:microsoft.com/office/officeart/2018/2/layout/IconCircleList"/>
    <dgm:cxn modelId="{C0AEDFED-F0C7-4EE0-8193-635E4E8AB1AB}" type="presParOf" srcId="{DBB3DB3F-B24A-4833-A771-2540D867FE3C}" destId="{3EA813E5-4F85-46E3-A901-7EE0CAC9F61F}" srcOrd="9" destOrd="0" presId="urn:microsoft.com/office/officeart/2018/2/layout/IconCircleList"/>
    <dgm:cxn modelId="{E21F9F1D-F09D-40FB-83F1-53EB60E3F096}" type="presParOf" srcId="{DBB3DB3F-B24A-4833-A771-2540D867FE3C}" destId="{5D0649C0-2A00-4980-B79A-1D1AA467D964}" srcOrd="10" destOrd="0" presId="urn:microsoft.com/office/officeart/2018/2/layout/IconCircleList"/>
    <dgm:cxn modelId="{35D8962A-F0B8-47CD-9916-FCE84BACD884}" type="presParOf" srcId="{5D0649C0-2A00-4980-B79A-1D1AA467D964}" destId="{DF50E7EE-DAE4-4BAF-8FF6-CF814424FC37}" srcOrd="0" destOrd="0" presId="urn:microsoft.com/office/officeart/2018/2/layout/IconCircleList"/>
    <dgm:cxn modelId="{54F4A45E-E3D4-4AD7-B95D-08C04CF9DFEA}" type="presParOf" srcId="{5D0649C0-2A00-4980-B79A-1D1AA467D964}" destId="{49B491E5-5C35-4057-B34F-4043D50297D3}" srcOrd="1" destOrd="0" presId="urn:microsoft.com/office/officeart/2018/2/layout/IconCircleList"/>
    <dgm:cxn modelId="{C181C9AE-ED78-4828-B49D-0A7508E996DD}" type="presParOf" srcId="{5D0649C0-2A00-4980-B79A-1D1AA467D964}" destId="{790F50C4-E2D6-40F9-848B-4F2F159CF82D}" srcOrd="2" destOrd="0" presId="urn:microsoft.com/office/officeart/2018/2/layout/IconCircleList"/>
    <dgm:cxn modelId="{4869A3D2-2CD8-423D-93E5-480290699443}" type="presParOf" srcId="{5D0649C0-2A00-4980-B79A-1D1AA467D964}" destId="{85D03A95-0C3E-48AF-8060-CA61911F6C40}"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3ABB09-50B1-413D-A376-EB22B667C89E}">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F1925A-890F-484A-ABBC-B04900A40C20}">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Presentation on Machine Learning Fundamentals</a:t>
          </a:r>
        </a:p>
      </dsp:txBody>
      <dsp:txXfrm>
        <a:off x="569079" y="2427788"/>
        <a:ext cx="2072362" cy="720000"/>
      </dsp:txXfrm>
    </dsp:sp>
    <dsp:sp modelId="{E9F26D78-12F4-4C45-8067-0BE70E5DB39C}">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B2A47A-7C78-4230-98B8-9F00ACB2B586}">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Comprehensive overview of ML concepts, types, and applications</a:t>
          </a:r>
        </a:p>
      </dsp:txBody>
      <dsp:txXfrm>
        <a:off x="3004105" y="2427788"/>
        <a:ext cx="2072362" cy="720000"/>
      </dsp:txXfrm>
    </dsp:sp>
    <dsp:sp modelId="{1A0D39D4-1617-4BF6-9D34-F7F034A6444E}">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14C9CEE-23EB-4C4B-8CF4-87EED85B5F1E}">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Designed for software developers, data enthusiasts, and technical professionals</a:t>
          </a:r>
        </a:p>
      </dsp:txBody>
      <dsp:txXfrm>
        <a:off x="5439131" y="2427788"/>
        <a:ext cx="2072362" cy="720000"/>
      </dsp:txXfrm>
    </dsp:sp>
    <dsp:sp modelId="{5EA8FEB2-7624-4010-BF65-B5D0E9AE126A}">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0F89C0-4E26-42FC-BD31-E3709C3EEDC8}">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Goal: Build foundational understanding of modern ML approaches</a:t>
          </a:r>
        </a:p>
      </dsp:txBody>
      <dsp:txXfrm>
        <a:off x="7874157" y="2427788"/>
        <a:ext cx="207236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1A2AE-5661-47F4-9ADA-09F4BEC27A1C}">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709E4E-41C6-4051-9112-75E0C5DE636D}">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Subset of Artificial Intelligence (AI)</a:t>
          </a:r>
        </a:p>
      </dsp:txBody>
      <dsp:txXfrm>
        <a:off x="569079" y="2427788"/>
        <a:ext cx="2072362" cy="720000"/>
      </dsp:txXfrm>
    </dsp:sp>
    <dsp:sp modelId="{CEAD1B19-3ABA-48A7-8356-20A9F4AEFE0F}">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7C51AB-97CE-4F6F-99F0-3A313856C5DF}">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Enables systems to learn and improve from experience without explicit programming</a:t>
          </a:r>
        </a:p>
      </dsp:txBody>
      <dsp:txXfrm>
        <a:off x="3004105" y="2427788"/>
        <a:ext cx="2072362" cy="720000"/>
      </dsp:txXfrm>
    </dsp:sp>
    <dsp:sp modelId="{48F574A7-B358-4C56-9CCD-8A83D61A4269}">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B450FF-96C9-428C-9908-13E0046851A9}">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Core principle: Algorithms identify patterns in data to make predictions or decisions</a:t>
          </a:r>
        </a:p>
      </dsp:txBody>
      <dsp:txXfrm>
        <a:off x="5439131" y="2427788"/>
        <a:ext cx="2072362" cy="720000"/>
      </dsp:txXfrm>
    </dsp:sp>
    <dsp:sp modelId="{BA652850-95BB-419C-A9B7-ACD855D9DAAC}">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387426B-D865-47A5-B055-CC0EFF9E1E07}">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Contrast with traditional programming: Instead of rules, ML uses data to derive rules</a:t>
          </a:r>
        </a:p>
      </dsp:txBody>
      <dsp:txXfrm>
        <a:off x="7874157" y="2427788"/>
        <a:ext cx="2072362"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1177E-7825-41AD-A770-9F983B11675E}">
      <dsp:nvSpPr>
        <dsp:cNvPr id="0" name=""/>
        <dsp:cNvSpPr/>
      </dsp:nvSpPr>
      <dsp:spPr>
        <a:xfrm>
          <a:off x="973190" y="986724"/>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FB7900-A336-4F14-A0CB-F62921B65E0F}">
      <dsp:nvSpPr>
        <dsp:cNvPr id="0" name=""/>
        <dsp:cNvSpPr/>
      </dsp:nvSpPr>
      <dsp:spPr>
        <a:xfrm>
          <a:off x="1242597" y="1256131"/>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A5BFFB-D4F2-4187-A490-B03F7D89EE37}">
      <dsp:nvSpPr>
        <dsp:cNvPr id="0" name=""/>
        <dsp:cNvSpPr/>
      </dsp:nvSpPr>
      <dsp:spPr>
        <a:xfrm>
          <a:off x="569079"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Three primary paradigms based on learning approach and data availability</a:t>
          </a:r>
        </a:p>
      </dsp:txBody>
      <dsp:txXfrm>
        <a:off x="569079" y="2644614"/>
        <a:ext cx="2072362" cy="720000"/>
      </dsp:txXfrm>
    </dsp:sp>
    <dsp:sp modelId="{679BE533-B72C-46C3-8051-12DCC1B418F4}">
      <dsp:nvSpPr>
        <dsp:cNvPr id="0" name=""/>
        <dsp:cNvSpPr/>
      </dsp:nvSpPr>
      <dsp:spPr>
        <a:xfrm>
          <a:off x="3408216" y="986724"/>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2C961E-BFA3-4360-8A78-2BE97655E197}">
      <dsp:nvSpPr>
        <dsp:cNvPr id="0" name=""/>
        <dsp:cNvSpPr/>
      </dsp:nvSpPr>
      <dsp:spPr>
        <a:xfrm>
          <a:off x="3677623" y="1256131"/>
          <a:ext cx="725326" cy="7253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1524BE0-92FB-48E3-A13A-0D29BFE6426F}">
      <dsp:nvSpPr>
        <dsp:cNvPr id="0" name=""/>
        <dsp:cNvSpPr/>
      </dsp:nvSpPr>
      <dsp:spPr>
        <a:xfrm>
          <a:off x="3004105"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1. Supervised Learning: Learning with a teacher (labeled data)</a:t>
          </a:r>
        </a:p>
      </dsp:txBody>
      <dsp:txXfrm>
        <a:off x="3004105" y="2644614"/>
        <a:ext cx="2072362" cy="720000"/>
      </dsp:txXfrm>
    </dsp:sp>
    <dsp:sp modelId="{DBE303F1-B82A-48E5-BF55-2F16A0DA0932}">
      <dsp:nvSpPr>
        <dsp:cNvPr id="0" name=""/>
        <dsp:cNvSpPr/>
      </dsp:nvSpPr>
      <dsp:spPr>
        <a:xfrm>
          <a:off x="5843242" y="986724"/>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09DD90-9D47-4125-A54F-F7B63968ABA0}">
      <dsp:nvSpPr>
        <dsp:cNvPr id="0" name=""/>
        <dsp:cNvSpPr/>
      </dsp:nvSpPr>
      <dsp:spPr>
        <a:xfrm>
          <a:off x="6112649" y="1256131"/>
          <a:ext cx="725326" cy="7253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F2289D5-E30B-42EE-BB86-1FBCE58C9673}">
      <dsp:nvSpPr>
        <dsp:cNvPr id="0" name=""/>
        <dsp:cNvSpPr/>
      </dsp:nvSpPr>
      <dsp:spPr>
        <a:xfrm>
          <a:off x="5439131"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2. Unsupervised Learning: Learning without a teacher (unlabeled data)</a:t>
          </a:r>
        </a:p>
      </dsp:txBody>
      <dsp:txXfrm>
        <a:off x="5439131" y="2644614"/>
        <a:ext cx="2072362" cy="720000"/>
      </dsp:txXfrm>
    </dsp:sp>
    <dsp:sp modelId="{DD9F9459-F5D5-45D2-9A22-ADA3F4471DE5}">
      <dsp:nvSpPr>
        <dsp:cNvPr id="0" name=""/>
        <dsp:cNvSpPr/>
      </dsp:nvSpPr>
      <dsp:spPr>
        <a:xfrm>
          <a:off x="8278268" y="986724"/>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69092-8F69-4FAE-B905-A1CF593E8C79}">
      <dsp:nvSpPr>
        <dsp:cNvPr id="0" name=""/>
        <dsp:cNvSpPr/>
      </dsp:nvSpPr>
      <dsp:spPr>
        <a:xfrm>
          <a:off x="8547675" y="1256131"/>
          <a:ext cx="725326" cy="7253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BD3507-C72D-481F-A8F8-4028A96FAA4B}">
      <dsp:nvSpPr>
        <dsp:cNvPr id="0" name=""/>
        <dsp:cNvSpPr/>
      </dsp:nvSpPr>
      <dsp:spPr>
        <a:xfrm>
          <a:off x="7874157"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3. Reinforcement Learning: Learning by interaction and feedback from environment</a:t>
          </a:r>
        </a:p>
      </dsp:txBody>
      <dsp:txXfrm>
        <a:off x="7874157" y="2644614"/>
        <a:ext cx="2072362"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9A59FC-B210-49DF-8294-F86A6829B9F7}">
      <dsp:nvSpPr>
        <dsp:cNvPr id="0" name=""/>
        <dsp:cNvSpPr/>
      </dsp:nvSpPr>
      <dsp:spPr>
        <a:xfrm>
          <a:off x="1748064" y="2975"/>
          <a:ext cx="3342605" cy="2005563"/>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Definition: Algorithm learns from a labeled training dataset</a:t>
          </a:r>
        </a:p>
      </dsp:txBody>
      <dsp:txXfrm>
        <a:off x="1748064" y="2975"/>
        <a:ext cx="3342605" cy="2005563"/>
      </dsp:txXfrm>
    </dsp:sp>
    <dsp:sp modelId="{9BB51856-D414-4EB6-8EC5-F5A68D5379D6}">
      <dsp:nvSpPr>
        <dsp:cNvPr id="0" name=""/>
        <dsp:cNvSpPr/>
      </dsp:nvSpPr>
      <dsp:spPr>
        <a:xfrm>
          <a:off x="5424930" y="2975"/>
          <a:ext cx="3342605" cy="2005563"/>
        </a:xfrm>
        <a:prstGeom prst="rect">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Labeled Data: Each training example has an input (features) and a known output (label)</a:t>
          </a:r>
        </a:p>
      </dsp:txBody>
      <dsp:txXfrm>
        <a:off x="5424930" y="2975"/>
        <a:ext cx="3342605" cy="2005563"/>
      </dsp:txXfrm>
    </dsp:sp>
    <dsp:sp modelId="{FBFF0C1D-5171-4722-81F2-D5614D359EC8}">
      <dsp:nvSpPr>
        <dsp:cNvPr id="0" name=""/>
        <dsp:cNvSpPr/>
      </dsp:nvSpPr>
      <dsp:spPr>
        <a:xfrm>
          <a:off x="1748064" y="2342799"/>
          <a:ext cx="3342605" cy="2005563"/>
        </a:xfrm>
        <a:prstGeom prst="rect">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Goal: Learn a mapping function from inputs to outputs to predict labels for new, unseen data</a:t>
          </a:r>
        </a:p>
      </dsp:txBody>
      <dsp:txXfrm>
        <a:off x="1748064" y="2342799"/>
        <a:ext cx="3342605" cy="2005563"/>
      </dsp:txXfrm>
    </dsp:sp>
    <dsp:sp modelId="{FB175BC7-4291-448B-8B5F-84B329284AF0}">
      <dsp:nvSpPr>
        <dsp:cNvPr id="0" name=""/>
        <dsp:cNvSpPr/>
      </dsp:nvSpPr>
      <dsp:spPr>
        <a:xfrm>
          <a:off x="5424930" y="2342799"/>
          <a:ext cx="3342605" cy="2005563"/>
        </a:xfrm>
        <a:prstGeom prst="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Analogy: Student learning with an answer key</a:t>
          </a:r>
        </a:p>
      </dsp:txBody>
      <dsp:txXfrm>
        <a:off x="5424930" y="2342799"/>
        <a:ext cx="3342605" cy="200556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D9A33-0E0E-47CD-91D0-5AE8B8BBCAA1}">
      <dsp:nvSpPr>
        <dsp:cNvPr id="0" name=""/>
        <dsp:cNvSpPr/>
      </dsp:nvSpPr>
      <dsp:spPr>
        <a:xfrm>
          <a:off x="0" y="745053"/>
          <a:ext cx="10506456" cy="137548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007129-79B8-44B7-8019-F0B8B8019BD0}">
      <dsp:nvSpPr>
        <dsp:cNvPr id="0" name=""/>
        <dsp:cNvSpPr/>
      </dsp:nvSpPr>
      <dsp:spPr>
        <a:xfrm>
          <a:off x="416083" y="1054537"/>
          <a:ext cx="756516" cy="7565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9B6476-A635-47D4-A7AB-5B010B960D38}">
      <dsp:nvSpPr>
        <dsp:cNvPr id="0" name=""/>
        <dsp:cNvSpPr/>
      </dsp:nvSpPr>
      <dsp:spPr>
        <a:xfrm>
          <a:off x="1588683" y="745053"/>
          <a:ext cx="8917772" cy="1375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572" tIns="145572" rIns="145572" bIns="145572" numCol="1" spcCol="1270" anchor="ctr" anchorCtr="0">
          <a:noAutofit/>
        </a:bodyPr>
        <a:lstStyle/>
        <a:p>
          <a:pPr marL="0" lvl="0" indent="0" algn="l" defTabSz="1066800">
            <a:lnSpc>
              <a:spcPct val="90000"/>
            </a:lnSpc>
            <a:spcBef>
              <a:spcPct val="0"/>
            </a:spcBef>
            <a:spcAft>
              <a:spcPct val="35000"/>
            </a:spcAft>
            <a:buNone/>
          </a:pPr>
          <a:r>
            <a:rPr lang="en-US" sz="2400" kern="1200"/>
            <a:t>Clustering: Grouping similar data points together. Examples: Customer segmentation for marketing, organizing news articles by topic, identifying genetic subtypes</a:t>
          </a:r>
        </a:p>
      </dsp:txBody>
      <dsp:txXfrm>
        <a:off x="1588683" y="745053"/>
        <a:ext cx="8917772" cy="1375483"/>
      </dsp:txXfrm>
    </dsp:sp>
    <dsp:sp modelId="{423964F6-1F2A-4A13-98B9-9F9EB64F3BF6}">
      <dsp:nvSpPr>
        <dsp:cNvPr id="0" name=""/>
        <dsp:cNvSpPr/>
      </dsp:nvSpPr>
      <dsp:spPr>
        <a:xfrm>
          <a:off x="0" y="2464408"/>
          <a:ext cx="10506456" cy="137548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DAC056-2DF8-49DC-ADE4-D96429084E55}">
      <dsp:nvSpPr>
        <dsp:cNvPr id="0" name=""/>
        <dsp:cNvSpPr/>
      </dsp:nvSpPr>
      <dsp:spPr>
        <a:xfrm>
          <a:off x="416083" y="2773892"/>
          <a:ext cx="756516" cy="7565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B688EA-14D6-45CA-A82E-34701060CCAA}">
      <dsp:nvSpPr>
        <dsp:cNvPr id="0" name=""/>
        <dsp:cNvSpPr/>
      </dsp:nvSpPr>
      <dsp:spPr>
        <a:xfrm>
          <a:off x="1588683" y="2464408"/>
          <a:ext cx="8917772" cy="1375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572" tIns="145572" rIns="145572" bIns="145572" numCol="1" spcCol="1270" anchor="ctr" anchorCtr="0">
          <a:noAutofit/>
        </a:bodyPr>
        <a:lstStyle/>
        <a:p>
          <a:pPr marL="0" lvl="0" indent="0" algn="l" defTabSz="1066800">
            <a:lnSpc>
              <a:spcPct val="90000"/>
            </a:lnSpc>
            <a:spcBef>
              <a:spcPct val="0"/>
            </a:spcBef>
            <a:spcAft>
              <a:spcPct val="35000"/>
            </a:spcAft>
            <a:buNone/>
          </a:pPr>
          <a:r>
            <a:rPr lang="en-US" sz="2400" kern="1200"/>
            <a:t>Dimensionality Reduction: Reducing the number of input variables while preserving essential information. Examples: Data visualization (like PCA to 2D/3D), compressing data, removing noise</a:t>
          </a:r>
        </a:p>
      </dsp:txBody>
      <dsp:txXfrm>
        <a:off x="1588683" y="2464408"/>
        <a:ext cx="8917772" cy="137548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5A4A93-0BFF-46FB-B316-7BD5A1BBF8AF}">
      <dsp:nvSpPr>
        <dsp:cNvPr id="0" name=""/>
        <dsp:cNvSpPr/>
      </dsp:nvSpPr>
      <dsp:spPr>
        <a:xfrm>
          <a:off x="0" y="559"/>
          <a:ext cx="10506456" cy="130966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E488D9-55F7-4120-A9DF-3735EC2CDC30}">
      <dsp:nvSpPr>
        <dsp:cNvPr id="0" name=""/>
        <dsp:cNvSpPr/>
      </dsp:nvSpPr>
      <dsp:spPr>
        <a:xfrm>
          <a:off x="396173" y="295234"/>
          <a:ext cx="720315" cy="7203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DC76A77-03A4-490B-B01A-FE9179460E75}">
      <dsp:nvSpPr>
        <dsp:cNvPr id="0" name=""/>
        <dsp:cNvSpPr/>
      </dsp:nvSpPr>
      <dsp:spPr>
        <a:xfrm>
          <a:off x="1512662" y="559"/>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1066800">
            <a:lnSpc>
              <a:spcPct val="90000"/>
            </a:lnSpc>
            <a:spcBef>
              <a:spcPct val="0"/>
            </a:spcBef>
            <a:spcAft>
              <a:spcPct val="35000"/>
            </a:spcAft>
            <a:buNone/>
          </a:pPr>
          <a:r>
            <a:rPr lang="en-US" sz="2400" kern="1200"/>
            <a:t>K-Means Clustering: Partitions data into K distinct, non-overlapping clusters based on distance to cluster centers</a:t>
          </a:r>
        </a:p>
      </dsp:txBody>
      <dsp:txXfrm>
        <a:off x="1512662" y="559"/>
        <a:ext cx="8993793" cy="1309664"/>
      </dsp:txXfrm>
    </dsp:sp>
    <dsp:sp modelId="{768D3ABA-1AD1-4886-97D5-A7D868713422}">
      <dsp:nvSpPr>
        <dsp:cNvPr id="0" name=""/>
        <dsp:cNvSpPr/>
      </dsp:nvSpPr>
      <dsp:spPr>
        <a:xfrm>
          <a:off x="0" y="1637640"/>
          <a:ext cx="10506456" cy="130966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C97867-2B4F-4144-81C3-890563EBAB08}">
      <dsp:nvSpPr>
        <dsp:cNvPr id="0" name=""/>
        <dsp:cNvSpPr/>
      </dsp:nvSpPr>
      <dsp:spPr>
        <a:xfrm>
          <a:off x="396173" y="1932315"/>
          <a:ext cx="720315" cy="7203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BDBF99-C44F-4359-8314-148FEC5856BB}">
      <dsp:nvSpPr>
        <dsp:cNvPr id="0" name=""/>
        <dsp:cNvSpPr/>
      </dsp:nvSpPr>
      <dsp:spPr>
        <a:xfrm>
          <a:off x="1512662" y="1637640"/>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1066800">
            <a:lnSpc>
              <a:spcPct val="90000"/>
            </a:lnSpc>
            <a:spcBef>
              <a:spcPct val="0"/>
            </a:spcBef>
            <a:spcAft>
              <a:spcPct val="35000"/>
            </a:spcAft>
            <a:buNone/>
          </a:pPr>
          <a:r>
            <a:rPr lang="en-US" sz="2400" kern="1200"/>
            <a:t>Principal Component Analysis (PCA): Identifies the directions (principal components) that capture the maximum variance in the data</a:t>
          </a:r>
        </a:p>
      </dsp:txBody>
      <dsp:txXfrm>
        <a:off x="1512662" y="1637640"/>
        <a:ext cx="8993793" cy="1309664"/>
      </dsp:txXfrm>
    </dsp:sp>
    <dsp:sp modelId="{DC81428C-C2B7-484B-A94E-52E373F91A40}">
      <dsp:nvSpPr>
        <dsp:cNvPr id="0" name=""/>
        <dsp:cNvSpPr/>
      </dsp:nvSpPr>
      <dsp:spPr>
        <a:xfrm>
          <a:off x="0" y="3274721"/>
          <a:ext cx="10506456" cy="130966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E24B88-8A77-439E-ABBF-99D4374A47F5}">
      <dsp:nvSpPr>
        <dsp:cNvPr id="0" name=""/>
        <dsp:cNvSpPr/>
      </dsp:nvSpPr>
      <dsp:spPr>
        <a:xfrm>
          <a:off x="396173" y="3569396"/>
          <a:ext cx="720315" cy="7203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BD5FDB-6077-434D-AE33-D212E05EAA6A}">
      <dsp:nvSpPr>
        <dsp:cNvPr id="0" name=""/>
        <dsp:cNvSpPr/>
      </dsp:nvSpPr>
      <dsp:spPr>
        <a:xfrm>
          <a:off x="1512662" y="3274721"/>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1066800">
            <a:lnSpc>
              <a:spcPct val="90000"/>
            </a:lnSpc>
            <a:spcBef>
              <a:spcPct val="0"/>
            </a:spcBef>
            <a:spcAft>
              <a:spcPct val="35000"/>
            </a:spcAft>
            <a:buNone/>
          </a:pPr>
          <a:r>
            <a:rPr lang="en-US" sz="2400" kern="1200"/>
            <a:t>Autoencoders: A type of neural network trained to reconstruct its input, learning a compressed representation (encoding) in the process</a:t>
          </a:r>
        </a:p>
      </dsp:txBody>
      <dsp:txXfrm>
        <a:off x="1512662" y="3274721"/>
        <a:ext cx="8993793" cy="13096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D041F6-04EA-44A9-A70D-BA8909C1DFCC}">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AA6151-6C4F-4F1C-8599-90E7A152D328}">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04F6AB-4F7A-4428-A422-985B072D2E4B}">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Game AI: Mastering complex games like Go (AlphaGo), Chess, and video games (AlphaStar, OpenAI Five)</a:t>
          </a:r>
        </a:p>
      </dsp:txBody>
      <dsp:txXfrm>
        <a:off x="1834517" y="469890"/>
        <a:ext cx="3148942" cy="1335915"/>
      </dsp:txXfrm>
    </dsp:sp>
    <dsp:sp modelId="{9FD655BD-C28C-4028-9B6F-36ED4C843116}">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88F557-A550-477B-96BA-6992012CCEC6}">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58BF86-396A-4CA2-A9AB-DD2B81445482}">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Robotics: Teaching robots to walk, grasp objects, or perform assembly tasks through simulation and real-world practice</a:t>
          </a:r>
        </a:p>
      </dsp:txBody>
      <dsp:txXfrm>
        <a:off x="7154322" y="469890"/>
        <a:ext cx="3148942" cy="1335915"/>
      </dsp:txXfrm>
    </dsp:sp>
    <dsp:sp modelId="{CAAED4BA-F31A-44BD-8199-A349AB764B61}">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F26E3B-7AD4-4DD8-8BE8-2E1CECD31126}">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564D64-3707-4401-8F59-38C68A987B45}">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Autonomous Vehicles: Navigating dynamic environments, making driving decisions (lane changes, braking)</a:t>
          </a:r>
        </a:p>
      </dsp:txBody>
      <dsp:txXfrm>
        <a:off x="1834517" y="2545532"/>
        <a:ext cx="3148942" cy="1335915"/>
      </dsp:txXfrm>
    </dsp:sp>
    <dsp:sp modelId="{259AD917-4A57-4782-BAF4-D374F548F214}">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E3F320-7A47-45C3-BCFD-EA7434B97DB8}">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04816E-5979-4D97-BD1F-10691B2C6B26}">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Resource Management: Optimizing logistics, inventory, or network traffic control</a:t>
          </a:r>
        </a:p>
      </dsp:txBody>
      <dsp:txXfrm>
        <a:off x="7154322" y="2545532"/>
        <a:ext cx="3148942" cy="133591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672187-D5C9-4B29-B04B-E374D31B500C}">
      <dsp:nvSpPr>
        <dsp:cNvPr id="0" name=""/>
        <dsp:cNvSpPr/>
      </dsp:nvSpPr>
      <dsp:spPr>
        <a:xfrm>
          <a:off x="0" y="4188770"/>
          <a:ext cx="6735443" cy="137484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Training: The process where the ML model learns the relationship between features and labels by analyzing the training dataset. It adjusts its internal parameters to minimize error.</a:t>
          </a:r>
        </a:p>
      </dsp:txBody>
      <dsp:txXfrm>
        <a:off x="0" y="4188770"/>
        <a:ext cx="6735443" cy="1374847"/>
      </dsp:txXfrm>
    </dsp:sp>
    <dsp:sp modelId="{EA280D3C-EACB-45B2-B30A-30C317F09C09}">
      <dsp:nvSpPr>
        <dsp:cNvPr id="0" name=""/>
        <dsp:cNvSpPr/>
      </dsp:nvSpPr>
      <dsp:spPr>
        <a:xfrm rot="10800000">
          <a:off x="0" y="2094877"/>
          <a:ext cx="6735443" cy="2114516"/>
        </a:xfrm>
        <a:prstGeom prst="upArrowCallou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Labels (Output/Target Variables): The variable we want to predict in supervised learning. Example: The actual sale price of the house.</a:t>
          </a:r>
        </a:p>
      </dsp:txBody>
      <dsp:txXfrm rot="10800000">
        <a:off x="0" y="2094877"/>
        <a:ext cx="6735443" cy="1373949"/>
      </dsp:txXfrm>
    </dsp:sp>
    <dsp:sp modelId="{F14558D6-8825-4134-9CB0-0E33C46C3C8C}">
      <dsp:nvSpPr>
        <dsp:cNvPr id="0" name=""/>
        <dsp:cNvSpPr/>
      </dsp:nvSpPr>
      <dsp:spPr>
        <a:xfrm rot="10800000">
          <a:off x="0" y="983"/>
          <a:ext cx="6735443" cy="2114516"/>
        </a:xfrm>
        <a:prstGeom prst="upArrowCallou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Features (Input Variables): The measurable characteristics or properties used for prediction. Example: For house price prediction: square footage, number of bedrooms, location, age.</a:t>
          </a:r>
        </a:p>
      </dsp:txBody>
      <dsp:txXfrm rot="10800000">
        <a:off x="0" y="983"/>
        <a:ext cx="6735443" cy="137394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1464C2-4333-4D59-9265-E829CB356EAF}">
      <dsp:nvSpPr>
        <dsp:cNvPr id="0" name=""/>
        <dsp:cNvSpPr/>
      </dsp:nvSpPr>
      <dsp:spPr>
        <a:xfrm>
          <a:off x="0" y="253795"/>
          <a:ext cx="6735443" cy="164150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Validation/Testing: Evaluating the trained model on a separate, unseen dataset (validation/test set). This estimates how well the model will perform on new, real-world data.</a:t>
          </a:r>
        </a:p>
      </dsp:txBody>
      <dsp:txXfrm>
        <a:off x="80132" y="333927"/>
        <a:ext cx="6575179" cy="1481245"/>
      </dsp:txXfrm>
    </dsp:sp>
    <dsp:sp modelId="{6D44FB94-6216-442E-A470-FD8C8ACEE0F3}">
      <dsp:nvSpPr>
        <dsp:cNvPr id="0" name=""/>
        <dsp:cNvSpPr/>
      </dsp:nvSpPr>
      <dsp:spPr>
        <a:xfrm>
          <a:off x="0" y="1961546"/>
          <a:ext cx="6735443" cy="1641509"/>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Overfitting: A critical problem where the model learns the noise and specific details of the training data too well, failing to generalize to new data. Symptoms: Perfect on training data, poor on validation data.</a:t>
          </a:r>
        </a:p>
      </dsp:txBody>
      <dsp:txXfrm>
        <a:off x="80132" y="2041678"/>
        <a:ext cx="6575179" cy="1481245"/>
      </dsp:txXfrm>
    </dsp:sp>
    <dsp:sp modelId="{C20A706F-1ADE-47A4-8BCF-714DDABA240E}">
      <dsp:nvSpPr>
        <dsp:cNvPr id="0" name=""/>
        <dsp:cNvSpPr/>
      </dsp:nvSpPr>
      <dsp:spPr>
        <a:xfrm>
          <a:off x="0" y="3669296"/>
          <a:ext cx="6735443" cy="164150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Cause: Model is too complex relative to the amount and noisiness of the training data.</a:t>
          </a:r>
        </a:p>
      </dsp:txBody>
      <dsp:txXfrm>
        <a:off x="80132" y="3749428"/>
        <a:ext cx="6575179" cy="148124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D60E47-B867-4DAE-BCA1-C1E3A62895B7}">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C6D99B-4ACF-469E-818D-D534DD5327BB}">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E66DE5-FA00-420C-9CB6-396DC9E5C93F}">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TensorFlow (by Google): Comprehensive, production-ready ecosystem for ML and deep learning. Known for scalability and deployment tools.</a:t>
          </a:r>
        </a:p>
      </dsp:txBody>
      <dsp:txXfrm>
        <a:off x="1834517" y="469890"/>
        <a:ext cx="3148942" cy="1335915"/>
      </dsp:txXfrm>
    </dsp:sp>
    <dsp:sp modelId="{517293E8-BA62-4950-9978-53AB42E19444}">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506709-D6D6-4777-874C-3960E93460C6}">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84D1734-DCD0-4855-9B84-CA42842EEE12}">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PyTorch (by Meta): Research-friendly framework with dynamic computation graphs. Favored for its flexibility and intuitive Pythonic design.</a:t>
          </a:r>
        </a:p>
      </dsp:txBody>
      <dsp:txXfrm>
        <a:off x="7154322" y="469890"/>
        <a:ext cx="3148942" cy="1335915"/>
      </dsp:txXfrm>
    </dsp:sp>
    <dsp:sp modelId="{298E4477-568E-48B4-ABF2-F62C7C6182F8}">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FF3271-566B-4EB2-949E-E9EE503EB4AF}">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B8AC4D-BA95-4929-B588-4AF51CABCF1A}">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scikit-learn (Community): The go-to library for classical ML algorithms (supervised/unsupervised). Excellent for prototyping, with simple and consistent API.</a:t>
          </a:r>
        </a:p>
      </dsp:txBody>
      <dsp:txXfrm>
        <a:off x="1834517" y="2545532"/>
        <a:ext cx="3148942" cy="1335915"/>
      </dsp:txXfrm>
    </dsp:sp>
    <dsp:sp modelId="{B9C7485A-DFAB-4E35-8B39-E5B2365FDB01}">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C118D2-EFB0-4C98-811F-9520A1967009}">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5F73B3-945A-4599-ABFD-5361D33832A1}">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Keras (now part of TensorFlow): High-level neural networks API, running on top of TensorFlow. Designed for fast experimentation and user-friendliness.</a:t>
          </a:r>
        </a:p>
      </dsp:txBody>
      <dsp:txXfrm>
        <a:off x="7154322" y="2545532"/>
        <a:ext cx="3148942" cy="133591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AF6C09-7490-469D-A274-6CA0FD99F476}">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120F9F-05B6-473E-ADEC-DC829A149A43}">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Healthcare: Medical image analysis for diagnosis, drug discovery, personalized treatment plans</a:t>
          </a:r>
        </a:p>
      </dsp:txBody>
      <dsp:txXfrm>
        <a:off x="569079" y="2427788"/>
        <a:ext cx="2072362" cy="720000"/>
      </dsp:txXfrm>
    </dsp:sp>
    <dsp:sp modelId="{F1A26816-B214-4EBD-9C59-42DC1DAC4C2E}">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21C766-B272-47C5-9414-B9FAED73066C}">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Finance: Fraud detection, algorithmic trading, credit scoring, risk management</a:t>
          </a:r>
        </a:p>
      </dsp:txBody>
      <dsp:txXfrm>
        <a:off x="3004105" y="2427788"/>
        <a:ext cx="2072362" cy="720000"/>
      </dsp:txXfrm>
    </dsp:sp>
    <dsp:sp modelId="{8838F500-4D82-4451-AB13-CEBF86E529BE}">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A386A3-8E36-46AE-ADFB-B6EE8DE31B62}">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Retail &amp; E-commerce: Recommendation systems, demand forecasting, inventory optimization</a:t>
          </a:r>
        </a:p>
      </dsp:txBody>
      <dsp:txXfrm>
        <a:off x="5439131" y="2427788"/>
        <a:ext cx="2072362" cy="720000"/>
      </dsp:txXfrm>
    </dsp:sp>
    <dsp:sp modelId="{372BC9AB-A7EA-4FAB-B741-243196501168}">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DD4CFB-8AB8-4677-9B63-E9249A1C91D8}">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Technology: Voice assistants, image recognition, language translation, autonomous systems</a:t>
          </a:r>
        </a:p>
      </dsp:txBody>
      <dsp:txXfrm>
        <a:off x="7874157" y="2427788"/>
        <a:ext cx="2072362"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12E02C-95BC-4502-AFF0-9245DE86763B}">
      <dsp:nvSpPr>
        <dsp:cNvPr id="0" name=""/>
        <dsp:cNvSpPr/>
      </dsp:nvSpPr>
      <dsp:spPr>
        <a:xfrm>
          <a:off x="0" y="3581"/>
          <a:ext cx="10506456" cy="7629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AC1AE3-C140-40C0-B655-5FB88F1CB985}">
      <dsp:nvSpPr>
        <dsp:cNvPr id="0" name=""/>
        <dsp:cNvSpPr/>
      </dsp:nvSpPr>
      <dsp:spPr>
        <a:xfrm>
          <a:off x="230796" y="175248"/>
          <a:ext cx="419630" cy="4196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51A793-B181-4C03-A9F4-5B8FCB420928}">
      <dsp:nvSpPr>
        <dsp:cNvPr id="0" name=""/>
        <dsp:cNvSpPr/>
      </dsp:nvSpPr>
      <dsp:spPr>
        <a:xfrm>
          <a:off x="881223" y="358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Machine Learning enables computers to learn from data without explicit programming</a:t>
          </a:r>
        </a:p>
      </dsp:txBody>
      <dsp:txXfrm>
        <a:off x="881223" y="3581"/>
        <a:ext cx="9625232" cy="762963"/>
      </dsp:txXfrm>
    </dsp:sp>
    <dsp:sp modelId="{98B9A957-AFD9-47C0-AAFB-CB6F3C8A8850}">
      <dsp:nvSpPr>
        <dsp:cNvPr id="0" name=""/>
        <dsp:cNvSpPr/>
      </dsp:nvSpPr>
      <dsp:spPr>
        <a:xfrm>
          <a:off x="0" y="957286"/>
          <a:ext cx="10506456" cy="7629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1C02B2-49EA-4BC5-80CC-9C5ECCD43E05}">
      <dsp:nvSpPr>
        <dsp:cNvPr id="0" name=""/>
        <dsp:cNvSpPr/>
      </dsp:nvSpPr>
      <dsp:spPr>
        <a:xfrm>
          <a:off x="230796" y="1128953"/>
          <a:ext cx="419630" cy="4196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8DE589-A9A4-4BC5-86A5-C4FE688AE157}">
      <dsp:nvSpPr>
        <dsp:cNvPr id="0" name=""/>
        <dsp:cNvSpPr/>
      </dsp:nvSpPr>
      <dsp:spPr>
        <a:xfrm>
          <a:off x="881223" y="957286"/>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Three main paradigms: Supervised (labeled data), Unsupervised (unlabeled data), Reinforcement (interactive feedback)</a:t>
          </a:r>
        </a:p>
      </dsp:txBody>
      <dsp:txXfrm>
        <a:off x="881223" y="957286"/>
        <a:ext cx="9625232" cy="762963"/>
      </dsp:txXfrm>
    </dsp:sp>
    <dsp:sp modelId="{BC295561-DD31-4C79-9B5B-A6857422C48E}">
      <dsp:nvSpPr>
        <dsp:cNvPr id="0" name=""/>
        <dsp:cNvSpPr/>
      </dsp:nvSpPr>
      <dsp:spPr>
        <a:xfrm>
          <a:off x="0" y="1910991"/>
          <a:ext cx="10506456" cy="76296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68A238-94A0-40EE-A8E8-60DEF0911193}">
      <dsp:nvSpPr>
        <dsp:cNvPr id="0" name=""/>
        <dsp:cNvSpPr/>
      </dsp:nvSpPr>
      <dsp:spPr>
        <a:xfrm>
          <a:off x="230796" y="2082657"/>
          <a:ext cx="419630" cy="4196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6CA28FF-1A74-41DA-A6C1-0BD685AC411D}">
      <dsp:nvSpPr>
        <dsp:cNvPr id="0" name=""/>
        <dsp:cNvSpPr/>
      </dsp:nvSpPr>
      <dsp:spPr>
        <a:xfrm>
          <a:off x="881223" y="191099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Success depends on quality data, relevant features, proper model validation, and avoiding overfitting</a:t>
          </a:r>
        </a:p>
      </dsp:txBody>
      <dsp:txXfrm>
        <a:off x="881223" y="1910991"/>
        <a:ext cx="9625232" cy="762963"/>
      </dsp:txXfrm>
    </dsp:sp>
    <dsp:sp modelId="{81994CA2-F62C-4916-BAE3-AC8894922CB5}">
      <dsp:nvSpPr>
        <dsp:cNvPr id="0" name=""/>
        <dsp:cNvSpPr/>
      </dsp:nvSpPr>
      <dsp:spPr>
        <a:xfrm>
          <a:off x="0" y="2864695"/>
          <a:ext cx="10506456" cy="76296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36A6AF-814B-4753-B6AA-1B842E835FC0}">
      <dsp:nvSpPr>
        <dsp:cNvPr id="0" name=""/>
        <dsp:cNvSpPr/>
      </dsp:nvSpPr>
      <dsp:spPr>
        <a:xfrm>
          <a:off x="230796" y="3036362"/>
          <a:ext cx="419630" cy="4196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DAB24B-5935-4A27-BC66-2C33B6027DD6}">
      <dsp:nvSpPr>
        <dsp:cNvPr id="0" name=""/>
        <dsp:cNvSpPr/>
      </dsp:nvSpPr>
      <dsp:spPr>
        <a:xfrm>
          <a:off x="881223" y="2864695"/>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Frameworks like TensorFlow, PyTorch, and scikit-learn provide essential tools for implementation</a:t>
          </a:r>
        </a:p>
      </dsp:txBody>
      <dsp:txXfrm>
        <a:off x="881223" y="2864695"/>
        <a:ext cx="9625232" cy="762963"/>
      </dsp:txXfrm>
    </dsp:sp>
    <dsp:sp modelId="{896EB5FC-540A-4212-B147-3A9B077FE1B3}">
      <dsp:nvSpPr>
        <dsp:cNvPr id="0" name=""/>
        <dsp:cNvSpPr/>
      </dsp:nvSpPr>
      <dsp:spPr>
        <a:xfrm>
          <a:off x="0" y="3818400"/>
          <a:ext cx="10506456" cy="76296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0C47F2-EBBF-46DF-B0FB-EEAB4C740367}">
      <dsp:nvSpPr>
        <dsp:cNvPr id="0" name=""/>
        <dsp:cNvSpPr/>
      </dsp:nvSpPr>
      <dsp:spPr>
        <a:xfrm>
          <a:off x="230796" y="3990067"/>
          <a:ext cx="419630" cy="41963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105FB3-CC18-45E2-9822-A3070318E616}">
      <dsp:nvSpPr>
        <dsp:cNvPr id="0" name=""/>
        <dsp:cNvSpPr/>
      </dsp:nvSpPr>
      <dsp:spPr>
        <a:xfrm>
          <a:off x="881223" y="3818400"/>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ML is a foundational technology driving transformation across virtually all industries</a:t>
          </a:r>
        </a:p>
      </dsp:txBody>
      <dsp:txXfrm>
        <a:off x="881223" y="3818400"/>
        <a:ext cx="9625232" cy="76296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3F8EF9-17F9-4E76-9E55-D9A9963167C9}">
      <dsp:nvSpPr>
        <dsp:cNvPr id="0" name=""/>
        <dsp:cNvSpPr/>
      </dsp:nvSpPr>
      <dsp:spPr>
        <a:xfrm>
          <a:off x="82613" y="908559"/>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330B9D-AB17-452E-BF77-0380435E2D4C}">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D102B3-1598-4730-9664-37F91F9B42BE}">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Questions?</a:t>
          </a:r>
        </a:p>
      </dsp:txBody>
      <dsp:txXfrm>
        <a:off x="1172126" y="908559"/>
        <a:ext cx="2114937" cy="897246"/>
      </dsp:txXfrm>
    </dsp:sp>
    <dsp:sp modelId="{CD57A1BA-99AC-4CA5-BBC9-41D5926BB1EF}">
      <dsp:nvSpPr>
        <dsp:cNvPr id="0" name=""/>
        <dsp:cNvSpPr/>
      </dsp:nvSpPr>
      <dsp:spPr>
        <a:xfrm>
          <a:off x="3655575" y="908559"/>
          <a:ext cx="897246"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DC1F3C-BF4C-43EC-862F-9228AD4FB3CE}">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3122D38-01D5-4904-A0BA-05492A8515EA}">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Suggested Learning Path:</a:t>
          </a:r>
        </a:p>
      </dsp:txBody>
      <dsp:txXfrm>
        <a:off x="4745088" y="908559"/>
        <a:ext cx="2114937" cy="897246"/>
      </dsp:txXfrm>
    </dsp:sp>
    <dsp:sp modelId="{51F9BE99-D018-46B0-B3CA-317B3A680144}">
      <dsp:nvSpPr>
        <dsp:cNvPr id="0" name=""/>
        <dsp:cNvSpPr/>
      </dsp:nvSpPr>
      <dsp:spPr>
        <a:xfrm>
          <a:off x="7228536" y="908559"/>
          <a:ext cx="897246"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4526EC-C20C-4819-923A-D17C5EF1AE0F}">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208784E-CE55-425E-A934-ED18BB07B9F2}">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1. Strengthen math fundamentals (linear algebra, calculus, statistics)</a:t>
          </a:r>
        </a:p>
      </dsp:txBody>
      <dsp:txXfrm>
        <a:off x="8318049" y="908559"/>
        <a:ext cx="2114937" cy="897246"/>
      </dsp:txXfrm>
    </dsp:sp>
    <dsp:sp modelId="{716CF853-5B2C-4726-A571-C41A59FD2017}">
      <dsp:nvSpPr>
        <dsp:cNvPr id="0" name=""/>
        <dsp:cNvSpPr/>
      </dsp:nvSpPr>
      <dsp:spPr>
        <a:xfrm>
          <a:off x="82613" y="2545532"/>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2C8751-BD5A-4307-AA8B-571D71972F78}">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E9477C-B82A-42DA-B22A-D460BEAD977F}">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2. Learn Python and key libraries (NumPy, pandas, matplotlib)</a:t>
          </a:r>
        </a:p>
      </dsp:txBody>
      <dsp:txXfrm>
        <a:off x="1172126" y="2545532"/>
        <a:ext cx="2114937" cy="897246"/>
      </dsp:txXfrm>
    </dsp:sp>
    <dsp:sp modelId="{E6526C7A-834D-4B03-A0F4-17BB4B9F44E2}">
      <dsp:nvSpPr>
        <dsp:cNvPr id="0" name=""/>
        <dsp:cNvSpPr/>
      </dsp:nvSpPr>
      <dsp:spPr>
        <a:xfrm>
          <a:off x="3655575" y="2545532"/>
          <a:ext cx="897246" cy="89724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D6F41E-5E9D-4E7F-B950-CC961C028A26}">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73DDBC-D7D9-40E8-8F9E-A528C53B32E5}">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3. Practice with online courses and datasets (Kaggle)</a:t>
          </a:r>
        </a:p>
      </dsp:txBody>
      <dsp:txXfrm>
        <a:off x="4745088" y="2545532"/>
        <a:ext cx="2114937" cy="897246"/>
      </dsp:txXfrm>
    </dsp:sp>
    <dsp:sp modelId="{DF50E7EE-DAE4-4BAF-8FF6-CF814424FC37}">
      <dsp:nvSpPr>
        <dsp:cNvPr id="0" name=""/>
        <dsp:cNvSpPr/>
      </dsp:nvSpPr>
      <dsp:spPr>
        <a:xfrm>
          <a:off x="7228536" y="2545532"/>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B491E5-5C35-4057-B34F-4043D50297D3}">
      <dsp:nvSpPr>
        <dsp:cNvPr id="0" name=""/>
        <dsp:cNvSpPr/>
      </dsp:nvSpPr>
      <dsp:spPr>
        <a:xfrm>
          <a:off x="7416958" y="2733954"/>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D03A95-0C3E-48AF-8060-CA61911F6C40}">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4. Build small projects to solidify understanding</a:t>
          </a:r>
        </a:p>
      </dsp:txBody>
      <dsp:txXfrm>
        <a:off x="8318049" y="2545532"/>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76F4E-B395-4DBE-9E9E-AF7E0654D70D}" type="datetimeFigureOut">
              <a:rPr lang="en-US" smtClean="0"/>
              <a:t>1/13/2026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AE9636-CA13-4C47-8722-C6F312ED4CD8}" type="slidenum">
              <a:rPr lang="en-US" smtClean="0"/>
              <a:t>‹#›</a:t>
            </a:fld>
            <a:endParaRPr lang="en-US"/>
          </a:p>
        </p:txBody>
      </p:sp>
    </p:spTree>
    <p:extLst>
      <p:ext uri="{BB962C8B-B14F-4D97-AF65-F5344CB8AC3E}">
        <p14:creationId xmlns:p14="http://schemas.microsoft.com/office/powerpoint/2010/main" val="889997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a warm welcome and set expectations. Mention that ML is revolutionizing multiple industries and this presentation will provide the essential foundation. Briefly state that we'll cover definitions, three main learning types, key concepts, popular tools, and real-world applications. This slide should establish relevance and get the audience engaged.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ML clearly. Emphasize the 'learning from experience' aspect. Contrast with traditional rule-based programming: In traditional programming, you write rules (code) + data → answers. In ML, you provide answers + data → rules (model). Give a simple analogy: Teaching a child to recognize cats vs. programming every possible cat feature manually.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three main categories. This is a high-level roadmap slide. Explain that the choice of type depends on the problem and available data. Briefly state that we'll explore each in detail in the following slides. This helps the audience structure their understanding.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Dive deep into supervised learning. Stress that it's the most common starting point. Explain 'labeled' thoroughly: For email spam detection, each email is labeled 'spam' or 'not spam'. The model learns patterns from these examples. The ultimate goal is generalization—performing well on new, unseen emails.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 down the two core tasks. For classification, emphasize discrete, categorical outputs. For regression, emphasize continuous, numerical outputs. Give clear, relatable examples for each. You could show a simple visual metaphor: classification as sorting into boxes, regression as drawing a best-fit line on a graph.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these key algorithms at a conceptual level. For Linear Regression, mention it finds the 'line of best fit'. For Decision Trees, explain they ask a series of yes/no questions to reach a prediction. For Neural Networks, describe them as highly flexible function approximators. Avoid deep technical details; focus on their role and typical use cases.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 with supervised learning. The challenge and power lie in finding structure without guidance. Explain this is often used for exploratory data analysis, customer segmentation, or as a preprocessing step. The machine is tasked with making sense of the data on its own.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Detail the two primary tasks. For clustering, use the customer segmentation example: grouping customers by purchasing behavior without knowing the groups beforehand. For dimensionality reduction, explain that high-dimensional data (many features) is hard to visualize and process; techniques like PCA simplify it while keeping the most important trends.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Briefly explain each algorithm's purpose. K-Means is the go-to for simple clustering. PCA is the classic tool for dimensionality reduction and visualization. Autoencoders are a more modern, neural network-based approach for learning efficient data codings, often used for anomaly detection or feature learning.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unique paradigm of RL. Frame it as sequential decision-making. Explain the key components: Agent (learner), Environment (world), Action, State (situation), Reward (feedback). The agent isn't told the right action but discovers it through trial, error, and delayed rewards (like winning a game).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the exciting, cutting-edge applications of RL. These are problems where the optimal strategy is complex and not easily programmed by hand. Emphasize that RL shines in dynamic, interactive environments where the agent must plan for long-term consequences. Mention that simulation is often crucial for safe and efficient training.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these foundational building blocks clearly. Use the house price example consistently. Stress that feature engineering (selecting and preparing good features) is often the most critical step for model success. Training is the computational 'learning' phase where the model's parameters are optimized.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crucial concept slide. Explain why validation is non-negotiable—it's the exam after studying (training). Define overfitting as the model 'memorizing' instead of 'learning the pattern'. Use an analogy: A student who memorizes specific textbook problems but can't solve new ones. Introduce the related concept of 'underfitting' (model too simple to capture the trend) for completeness if time allows.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Provide an overview of the tooling landscape. Position scikit-learn as the best starting point for traditional ML algorithms. Contrast TensorFlow (industrial strength, static graphs) and PyTorch (research favorite, dynamic graphs). Mention Keras as the easy entry point into deep learning. Advise beginners to start with scikit-learn and Keras/TensorFlow for simplicity.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the technical concepts back to real-world impact. Use this slide to inspire the audience by showing ML's breadth. For each industry, give one concrete example. This demonstrates that ML is not just academic but a powerful driver of innovation and efficiency across the economy.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core message succinctly. Reiterate the three learning types. Emphasize the practical prerequisites: data and avoiding overfitting. End on a forward-looking note, stating that understanding these fundamentals is the first step toward building or working with intelligent systems.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floor for questions. Provide a clear, actionable learning path for those inspired to dive deeper. Mention specific resources if appropriate (e.g., Coursera's ML by Andrew Ng, fast.ai, official documentation for scikit-learn). Encourage hands-on practice as the best way to learn.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Robot">
            <a:extLst>
              <a:ext uri="{FF2B5EF4-FFF2-40B4-BE49-F238E27FC236}">
                <a16:creationId xmlns:a16="http://schemas.microsoft.com/office/drawing/2014/main" id="{C9419F6D-CA5E-0AC7-CF92-506A33FE2A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12" name="Freeform: Shape 11">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p:cNvSpPr>
            <a:spLocks noGrp="1"/>
          </p:cNvSpPr>
          <p:nvPr>
            <p:ph type="ctrTitle"/>
          </p:nvPr>
        </p:nvSpPr>
        <p:spPr>
          <a:xfrm>
            <a:off x="5622061" y="762538"/>
            <a:ext cx="5649349" cy="3199862"/>
          </a:xfrm>
        </p:spPr>
        <p:txBody>
          <a:bodyPr anchor="b">
            <a:normAutofit/>
          </a:bodyPr>
          <a:lstStyle/>
          <a:p>
            <a:pPr algn="l">
              <a:lnSpc>
                <a:spcPct val="90000"/>
              </a:lnSpc>
            </a:pPr>
            <a:r>
              <a:rPr lang="en-US" sz="4600">
                <a:solidFill>
                  <a:srgbClr val="FFFFFF"/>
                </a:solidFill>
              </a:rPr>
              <a:t>Introduction to Machine Learning: Fundamentals, Types, and Applications</a:t>
            </a:r>
          </a:p>
        </p:txBody>
      </p:sp>
      <p:sp>
        <p:nvSpPr>
          <p:cNvPr id="3" name="Subtitle 2"/>
          <p:cNvSpPr>
            <a:spLocks noGrp="1"/>
          </p:cNvSpPr>
          <p:nvPr>
            <p:ph type="subTitle" idx="1"/>
          </p:nvPr>
        </p:nvSpPr>
        <p:spPr>
          <a:xfrm>
            <a:off x="5622061" y="4312561"/>
            <a:ext cx="5649349" cy="1687815"/>
          </a:xfrm>
        </p:spPr>
        <p:txBody>
          <a:bodyPr anchor="t">
            <a:normAutofit/>
          </a:bodyPr>
          <a:lstStyle/>
          <a:p>
            <a:pPr algn="l"/>
            <a:r>
              <a:rPr lang="en-US">
                <a:solidFill>
                  <a:srgbClr val="FFFFFF"/>
                </a:solidFill>
              </a:rPr>
              <a:t>Generated by AI PowerPoint Generator</a:t>
            </a:r>
          </a:p>
        </p:txBody>
      </p:sp>
      <p:sp>
        <p:nvSpPr>
          <p:cNvPr id="14"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Welcome: Introduction to Machine Learning</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4F52FC5-5C7F-8145-C553-237DC816233E}"/>
              </a:ext>
            </a:extLst>
          </p:cNvPr>
          <p:cNvGraphicFramePr>
            <a:graphicFrameLocks noGrp="1"/>
          </p:cNvGraphicFramePr>
          <p:nvPr>
            <p:ph idx="1"/>
            <p:extLst>
              <p:ext uri="{D42A27DB-BD31-4B8C-83A1-F6EECF244321}">
                <p14:modId xmlns:p14="http://schemas.microsoft.com/office/powerpoint/2010/main" val="265848026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What is Machine Learning?</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EDC8404-F658-3B0B-64A4-35C7FC6B57C3}"/>
              </a:ext>
            </a:extLst>
          </p:cNvPr>
          <p:cNvGraphicFramePr>
            <a:graphicFrameLocks noGrp="1"/>
          </p:cNvGraphicFramePr>
          <p:nvPr>
            <p:ph idx="1"/>
            <p:extLst>
              <p:ext uri="{D42A27DB-BD31-4B8C-83A1-F6EECF244321}">
                <p14:modId xmlns:p14="http://schemas.microsoft.com/office/powerpoint/2010/main" val="2396188661"/>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The Three Main Types of Machine Learning</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2622C03-3D74-14B6-AB00-2753BA09B819}"/>
              </a:ext>
            </a:extLst>
          </p:cNvPr>
          <p:cNvGraphicFramePr>
            <a:graphicFrameLocks noGrp="1"/>
          </p:cNvGraphicFramePr>
          <p:nvPr>
            <p:ph idx="1"/>
            <p:extLst>
              <p:ext uri="{D42A27DB-BD31-4B8C-83A1-F6EECF244321}">
                <p14:modId xmlns:p14="http://schemas.microsoft.com/office/powerpoint/2010/main" val="482249068"/>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pPr>
              <a:lnSpc>
                <a:spcPct val="90000"/>
              </a:lnSpc>
            </a:pPr>
            <a:r>
              <a:rPr lang="en-US" sz="3700">
                <a:solidFill>
                  <a:srgbClr val="FFFFFF"/>
                </a:solidFill>
              </a:rPr>
              <a:t>Supervised Learning: Learning with Labeled Guidance</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B3DDB33-D2E4-E0FE-52B6-6189D8DC4D25}"/>
              </a:ext>
            </a:extLst>
          </p:cNvPr>
          <p:cNvGraphicFramePr>
            <a:graphicFrameLocks noGrp="1"/>
          </p:cNvGraphicFramePr>
          <p:nvPr>
            <p:ph idx="1"/>
            <p:extLst>
              <p:ext uri="{D42A27DB-BD31-4B8C-83A1-F6EECF244321}">
                <p14:modId xmlns:p14="http://schemas.microsoft.com/office/powerpoint/2010/main" val="356429806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1074" y="1396686"/>
            <a:ext cx="3240506" cy="4064628"/>
          </a:xfrm>
        </p:spPr>
        <p:txBody>
          <a:bodyPr>
            <a:normAutofit/>
          </a:bodyPr>
          <a:lstStyle/>
          <a:p>
            <a:r>
              <a:rPr lang="en-US">
                <a:solidFill>
                  <a:srgbClr val="FFFFFF"/>
                </a:solidFill>
              </a:rPr>
              <a:t>Supervised Learning: Key Tasks and Examples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365121" y="1730926"/>
            <a:ext cx="5536397" cy="3935281"/>
          </a:xfrm>
        </p:spPr>
        <p:txBody>
          <a:bodyPr>
            <a:normAutofit/>
          </a:bodyPr>
          <a:lstStyle/>
          <a:p>
            <a:pPr>
              <a:lnSpc>
                <a:spcPct val="90000"/>
              </a:lnSpc>
            </a:pPr>
            <a:r>
              <a:rPr lang="en-US" sz="2500" dirty="0"/>
              <a:t>Two Main Task Categories:</a:t>
            </a:r>
          </a:p>
          <a:p>
            <a:pPr marL="914400" lvl="1" indent="-457200">
              <a:lnSpc>
                <a:spcPct val="90000"/>
              </a:lnSpc>
              <a:buFont typeface="+mj-lt"/>
              <a:buAutoNum type="arabicPeriod"/>
            </a:pPr>
            <a:r>
              <a:rPr lang="en-US" sz="2100" dirty="0"/>
              <a:t>Classification: Predicting a discrete class/category. Examples: Spam detection (spam/not spam), image recognition (cat/dog), medical diagnosis (disease/no disease)</a:t>
            </a:r>
          </a:p>
          <a:p>
            <a:pPr marL="914400" lvl="1" indent="-457200">
              <a:lnSpc>
                <a:spcPct val="90000"/>
              </a:lnSpc>
              <a:buFont typeface="+mj-lt"/>
              <a:buAutoNum type="arabicPeriod"/>
            </a:pPr>
            <a:r>
              <a:rPr lang="en-US" sz="2100" dirty="0"/>
              <a:t>Regression: Predicting a continuous numerical value. Examples: House price prediction, stock market forecasting, temperature prediction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1074" y="1396686"/>
            <a:ext cx="3240506" cy="4064628"/>
          </a:xfrm>
        </p:spPr>
        <p:txBody>
          <a:bodyPr>
            <a:normAutofit/>
          </a:bodyPr>
          <a:lstStyle/>
          <a:p>
            <a:r>
              <a:rPr lang="en-US">
                <a:solidFill>
                  <a:srgbClr val="FFFFFF"/>
                </a:solidFill>
              </a:rPr>
              <a:t>Supervised Learning: Common Algorithms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370153" y="1526033"/>
            <a:ext cx="5536397" cy="3935281"/>
          </a:xfrm>
        </p:spPr>
        <p:txBody>
          <a:bodyPr>
            <a:normAutofit/>
          </a:bodyPr>
          <a:lstStyle/>
          <a:p>
            <a:pPr marL="457200" indent="-457200">
              <a:lnSpc>
                <a:spcPct val="90000"/>
              </a:lnSpc>
              <a:buFont typeface="+mj-lt"/>
              <a:buAutoNum type="arabicPeriod"/>
            </a:pPr>
            <a:r>
              <a:rPr lang="en-US" sz="2200" dirty="0"/>
              <a:t>Linear Regression: Models relationship between variables with a straight line; foundational for regression tasks</a:t>
            </a:r>
          </a:p>
          <a:p>
            <a:pPr marL="457200" indent="-457200">
              <a:lnSpc>
                <a:spcPct val="90000"/>
              </a:lnSpc>
              <a:buFont typeface="+mj-lt"/>
              <a:buAutoNum type="arabicPeriod"/>
            </a:pPr>
            <a:r>
              <a:rPr lang="en-US" sz="2200" dirty="0"/>
              <a:t>Decision Trees: Tree-like model of decisions; intuitive and used for both classification and regression</a:t>
            </a:r>
          </a:p>
          <a:p>
            <a:pPr marL="457200" indent="-457200">
              <a:lnSpc>
                <a:spcPct val="90000"/>
              </a:lnSpc>
              <a:buFont typeface="+mj-lt"/>
              <a:buAutoNum type="arabicPeriod"/>
            </a:pPr>
            <a:r>
              <a:rPr lang="en-US" sz="2200" dirty="0"/>
              <a:t>Neural Networks: Inspired by the human brain; consists of interconnected layers of nodes (neurons); powerful for complex patterns like images and speech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sz="4100">
                <a:solidFill>
                  <a:srgbClr val="FFFFFF"/>
                </a:solidFill>
              </a:rPr>
              <a:t>Unsupervised Learning: Discovering Hidden Structure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t>Definition: Algorithm learns patterns from unlabeled data</a:t>
            </a:r>
          </a:p>
          <a:p>
            <a:r>
              <a:t>Unlabeled Data: Only input features are provided; there are no predefined output labels</a:t>
            </a:r>
          </a:p>
          <a:p>
            <a:r>
              <a:t>Goal: Discover inherent groupings, patterns, or simplifications within the data</a:t>
            </a:r>
          </a:p>
          <a:p>
            <a:r>
              <a:t>Analogy: Organizing a library of books without pre-existing categories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251312"/>
            <a:ext cx="10506456" cy="1010264"/>
          </a:xfrm>
        </p:spPr>
        <p:txBody>
          <a:bodyPr anchor="ctr">
            <a:normAutofit/>
          </a:bodyPr>
          <a:lstStyle/>
          <a:p>
            <a:r>
              <a:rPr lang="en-US" sz="4100"/>
              <a:t>Unsupervised Learning: Key Tasks and Examples</a:t>
            </a:r>
          </a:p>
        </p:txBody>
      </p:sp>
      <p:sp>
        <p:nvSpPr>
          <p:cNvPr id="11" name="Rectangle 1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D677144-639D-FB19-947E-113D4515E7DA}"/>
              </a:ext>
            </a:extLst>
          </p:cNvPr>
          <p:cNvGraphicFramePr>
            <a:graphicFrameLocks noGrp="1"/>
          </p:cNvGraphicFramePr>
          <p:nvPr>
            <p:ph idx="1"/>
            <p:extLst>
              <p:ext uri="{D42A27DB-BD31-4B8C-83A1-F6EECF244321}">
                <p14:modId xmlns:p14="http://schemas.microsoft.com/office/powerpoint/2010/main" val="4132909183"/>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251312"/>
            <a:ext cx="10506456" cy="1010264"/>
          </a:xfrm>
        </p:spPr>
        <p:txBody>
          <a:bodyPr anchor="ctr">
            <a:normAutofit/>
          </a:bodyPr>
          <a:lstStyle/>
          <a:p>
            <a:r>
              <a:t>Unsupervised Learning: Common Algorithms</a:t>
            </a:r>
          </a:p>
        </p:txBody>
      </p:sp>
      <p:sp>
        <p:nvSpPr>
          <p:cNvPr id="11" name="Rectangle 1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3B0101BB-67A5-3FCF-442F-9453DB98C01F}"/>
              </a:ext>
            </a:extLst>
          </p:cNvPr>
          <p:cNvGraphicFramePr>
            <a:graphicFrameLocks noGrp="1"/>
          </p:cNvGraphicFramePr>
          <p:nvPr>
            <p:ph idx="1"/>
            <p:extLst>
              <p:ext uri="{D42A27DB-BD31-4B8C-83A1-F6EECF244321}">
                <p14:modId xmlns:p14="http://schemas.microsoft.com/office/powerpoint/2010/main" val="1706714539"/>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sz="3700">
                <a:solidFill>
                  <a:srgbClr val="FFFFFF"/>
                </a:solidFill>
              </a:rPr>
              <a:t>Reinforcement Learning: Learning by Interaction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pPr>
              <a:lnSpc>
                <a:spcPct val="90000"/>
              </a:lnSpc>
            </a:pPr>
            <a:r>
              <a:t>Definition: An agent learns to make decisions by interacting with an environment</a:t>
            </a:r>
            <a:endParaRPr lang="en-US"/>
          </a:p>
          <a:p>
            <a:pPr>
              <a:lnSpc>
                <a:spcPct val="90000"/>
              </a:lnSpc>
            </a:pPr>
            <a:r>
              <a:t>Core Loop: Agent takes an Action → Environment returns a new State and a Reward/Penalty</a:t>
            </a:r>
            <a:endParaRPr lang="en-US"/>
          </a:p>
          <a:p>
            <a:pPr>
              <a:lnSpc>
                <a:spcPct val="90000"/>
              </a:lnSpc>
            </a:pPr>
            <a:r>
              <a:t>Goal: Learn a policy (strategy) that maximizes cumulative reward over time</a:t>
            </a:r>
            <a:endParaRPr lang="en-US"/>
          </a:p>
          <a:p>
            <a:pPr>
              <a:lnSpc>
                <a:spcPct val="90000"/>
              </a:lnSpc>
            </a:pPr>
            <a:r>
              <a:t>Analogy: Training a dog with treats, or a child learning to play a game</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Reinforcement Learning: Applications</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63D0871-18DE-FDDF-57F7-F4115D2C9249}"/>
              </a:ext>
            </a:extLst>
          </p:cNvPr>
          <p:cNvGraphicFramePr>
            <a:graphicFrameLocks noGrp="1"/>
          </p:cNvGraphicFramePr>
          <p:nvPr>
            <p:ph idx="1"/>
            <p:extLst>
              <p:ext uri="{D42A27DB-BD31-4B8C-83A1-F6EECF244321}">
                <p14:modId xmlns:p14="http://schemas.microsoft.com/office/powerpoint/2010/main" val="486063914"/>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c 15">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43467"/>
            <a:ext cx="2951205" cy="5571066"/>
          </a:xfrm>
        </p:spPr>
        <p:txBody>
          <a:bodyPr>
            <a:normAutofit/>
          </a:bodyPr>
          <a:lstStyle/>
          <a:p>
            <a:r>
              <a:rPr lang="en-US">
                <a:solidFill>
                  <a:srgbClr val="FFFFFF"/>
                </a:solidFill>
              </a:rPr>
              <a:t>Key ML Concepts 1: Features, Labels, and Training</a:t>
            </a:r>
          </a:p>
        </p:txBody>
      </p:sp>
      <p:sp>
        <p:nvSpPr>
          <p:cNvPr id="17" name="Rectangle: Rounded Corners 16">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6A4DC6C8-1540-6AA4-FDD4-5735C01B48CB}"/>
              </a:ext>
            </a:extLst>
          </p:cNvPr>
          <p:cNvGraphicFramePr>
            <a:graphicFrameLocks noGrp="1"/>
          </p:cNvGraphicFramePr>
          <p:nvPr>
            <p:ph idx="1"/>
            <p:extLst>
              <p:ext uri="{D42A27DB-BD31-4B8C-83A1-F6EECF244321}">
                <p14:modId xmlns:p14="http://schemas.microsoft.com/office/powerpoint/2010/main" val="811133245"/>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43467"/>
            <a:ext cx="2951205" cy="5571066"/>
          </a:xfrm>
        </p:spPr>
        <p:txBody>
          <a:bodyPr>
            <a:normAutofit/>
          </a:bodyPr>
          <a:lstStyle/>
          <a:p>
            <a:r>
              <a:rPr lang="en-US">
                <a:solidFill>
                  <a:srgbClr val="FFFFFF"/>
                </a:solidFill>
              </a:rPr>
              <a:t>Key ML Concepts 2: Validation and Overfitting</a:t>
            </a:r>
          </a:p>
        </p:txBody>
      </p:sp>
      <p:sp>
        <p:nvSpPr>
          <p:cNvPr id="13" name="Rectangle: Rounded Corners 12">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5A96F36-DF5D-BAB1-2BC4-4DD796B2CCFB}"/>
              </a:ext>
            </a:extLst>
          </p:cNvPr>
          <p:cNvGraphicFramePr>
            <a:graphicFrameLocks noGrp="1"/>
          </p:cNvGraphicFramePr>
          <p:nvPr>
            <p:ph idx="1"/>
            <p:extLst>
              <p:ext uri="{D42A27DB-BD31-4B8C-83A1-F6EECF244321}">
                <p14:modId xmlns:p14="http://schemas.microsoft.com/office/powerpoint/2010/main" val="1000423231"/>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pPr>
              <a:lnSpc>
                <a:spcPct val="90000"/>
              </a:lnSpc>
            </a:pPr>
            <a:r>
              <a:rPr lang="en-US" sz="3700">
                <a:solidFill>
                  <a:srgbClr val="FFFFFF"/>
                </a:solidFill>
              </a:rPr>
              <a:t>Popular Machine Learning Frameworks &amp; Libraries</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562BB9B-4EF8-9166-61D6-2C38110095FB}"/>
              </a:ext>
            </a:extLst>
          </p:cNvPr>
          <p:cNvGraphicFramePr>
            <a:graphicFrameLocks noGrp="1"/>
          </p:cNvGraphicFramePr>
          <p:nvPr>
            <p:ph idx="1"/>
            <p:extLst>
              <p:ext uri="{D42A27DB-BD31-4B8C-83A1-F6EECF244321}">
                <p14:modId xmlns:p14="http://schemas.microsoft.com/office/powerpoint/2010/main" val="346682011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Machine Learning: Transforming Industries</a:t>
            </a:r>
          </a:p>
        </p:txBody>
      </p:sp>
      <p:sp>
        <p:nvSpPr>
          <p:cNvPr id="18" name="Rectangle: Rounded Corners 17">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2">
            <a:extLst>
              <a:ext uri="{FF2B5EF4-FFF2-40B4-BE49-F238E27FC236}">
                <a16:creationId xmlns:a16="http://schemas.microsoft.com/office/drawing/2014/main" id="{D38487E2-8A71-4B84-A3FA-D9CBB6C9C4A3}"/>
              </a:ext>
            </a:extLst>
          </p:cNvPr>
          <p:cNvGraphicFramePr>
            <a:graphicFrameLocks noGrp="1"/>
          </p:cNvGraphicFramePr>
          <p:nvPr>
            <p:ph idx="1"/>
            <p:extLst>
              <p:ext uri="{D42A27DB-BD31-4B8C-83A1-F6EECF244321}">
                <p14:modId xmlns:p14="http://schemas.microsoft.com/office/powerpoint/2010/main" val="147332146"/>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251312"/>
            <a:ext cx="10506456" cy="1010264"/>
          </a:xfrm>
        </p:spPr>
        <p:txBody>
          <a:bodyPr anchor="ctr">
            <a:normAutofit/>
          </a:bodyPr>
          <a:lstStyle/>
          <a:p>
            <a:r>
              <a:t>Conclusion and Key Takeaways</a:t>
            </a:r>
          </a:p>
        </p:txBody>
      </p:sp>
      <p:sp>
        <p:nvSpPr>
          <p:cNvPr id="11" name="Rectangle 1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FEC4C4D-BB19-F2AF-4493-FDFB53B92BD3}"/>
              </a:ext>
            </a:extLst>
          </p:cNvPr>
          <p:cNvGraphicFramePr>
            <a:graphicFrameLocks noGrp="1"/>
          </p:cNvGraphicFramePr>
          <p:nvPr>
            <p:ph idx="1"/>
            <p:extLst>
              <p:ext uri="{D42A27DB-BD31-4B8C-83A1-F6EECF244321}">
                <p14:modId xmlns:p14="http://schemas.microsoft.com/office/powerpoint/2010/main" val="2145257352"/>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Q&amp;A and Next Steps</a:t>
            </a:r>
          </a:p>
        </p:txBody>
      </p:sp>
      <p:sp>
        <p:nvSpPr>
          <p:cNvPr id="14" name="Rectangle: Rounded Corners 13">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8DF7A626-690A-843E-CC57-0623817044AD}"/>
              </a:ext>
            </a:extLst>
          </p:cNvPr>
          <p:cNvGraphicFramePr>
            <a:graphicFrameLocks noGrp="1"/>
          </p:cNvGraphicFramePr>
          <p:nvPr>
            <p:ph idx="1"/>
            <p:extLst>
              <p:ext uri="{D42A27DB-BD31-4B8C-83A1-F6EECF244321}">
                <p14:modId xmlns:p14="http://schemas.microsoft.com/office/powerpoint/2010/main" val="2508581782"/>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2118</Words>
  <Application>Microsoft Office PowerPoint</Application>
  <PresentationFormat>Widescreen</PresentationFormat>
  <Paragraphs>100</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Calibri</vt:lpstr>
      <vt:lpstr>Office Theme</vt:lpstr>
      <vt:lpstr>Introduction to Machine Learning: Fundamentals, Types, and Applications</vt:lpstr>
      <vt:lpstr>Welcome: Introduction to Machine Learning</vt:lpstr>
      <vt:lpstr>What is Machine Learning?</vt:lpstr>
      <vt:lpstr>The Three Main Types of Machine Learning</vt:lpstr>
      <vt:lpstr>Supervised Learning: Learning with Labeled Guidance</vt:lpstr>
      <vt:lpstr>Supervised Learning: Key Tasks and Examples</vt:lpstr>
      <vt:lpstr>Supervised Learning: Common Algorithms</vt:lpstr>
      <vt:lpstr>Unsupervised Learning: Discovering Hidden Structure</vt:lpstr>
      <vt:lpstr>Unsupervised Learning: Key Tasks and Examples</vt:lpstr>
      <vt:lpstr>Unsupervised Learning: Common Algorithms</vt:lpstr>
      <vt:lpstr>Reinforcement Learning: Learning by Interaction</vt:lpstr>
      <vt:lpstr>Reinforcement Learning: Applications</vt:lpstr>
      <vt:lpstr>Key ML Concepts 1: Features, Labels, and Training</vt:lpstr>
      <vt:lpstr>Key ML Concepts 2: Validation and Overfitting</vt:lpstr>
      <vt:lpstr>Popular Machine Learning Frameworks &amp; Libraries</vt:lpstr>
      <vt:lpstr>Machine Learning: Transforming Industries</vt:lpstr>
      <vt:lpstr>Conclusion and Key Takeaways</vt:lpstr>
      <vt:lpstr>Q&amp;A and Next Steps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Chunpong Chan (CW)</cp:lastModifiedBy>
  <cp:revision>2</cp:revision>
  <dcterms:created xsi:type="dcterms:W3CDTF">2013-01-27T09:14:16Z</dcterms:created>
  <dcterms:modified xsi:type="dcterms:W3CDTF">2026-01-13T02:19:53Z</dcterms:modified>
  <cp:category/>
</cp:coreProperties>
</file>